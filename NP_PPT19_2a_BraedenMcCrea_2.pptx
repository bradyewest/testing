
<file path=[Content_Types].xml><?xml version="1.0" encoding="utf-8"?>
<Types xmlns="http://schemas.openxmlformats.org/package/2006/content-types">
  <Default Extension="jpeg" ContentType="image/jpeg"/>
  <Default Extension="jpg" ContentType="image/jpeg"/>
  <Default Extension="mp4" ContentType="video/mp4"/>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notesMasters/notesMaster1.xml" ContentType="application/vnd.openxmlformats-officedocument.presentationml.notes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showSpecialPlsOnTitleSld="0">
  <p:sldMasterIdLst>
    <p:sldMasterId id="2147483648" r:id="rId2"/>
  </p:sldMasterIdLst>
  <p:notesMasterIdLst>
    <p:notesMasterId r:id="rId12"/>
  </p:notesMasterIdLst>
  <p:sldIdLst>
    <p:sldId id="256" r:id="rId3"/>
    <p:sldId id="257" r:id="rId4"/>
    <p:sldId id="258" r:id="rId5"/>
    <p:sldId id="265" r:id="rId6"/>
    <p:sldId id="260" r:id="rId7"/>
    <p:sldId id="261" r:id="rId8"/>
    <p:sldId id="262" r:id="rId9"/>
    <p:sldId id="263" r:id="rId10"/>
    <p:sldId id="264" r:id="rId11"/>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CE" initials="CE" lastIdx="1" clrIdx="0">
    <p:extLst>
      <p:ext uri="{19B8F6BF-5375-455C-9EA6-DF929625EA0E}">
        <p15:presenceInfo xmlns:p15="http://schemas.microsoft.com/office/powerpoint/2012/main" userId="CE" providerId="None"/>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6E25E649-3F16-4E02-A733-19D2CDBF48F0}" styleName="Medium Style 3 - Accent 1">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1"/>
          </a:solidFill>
        </a:fill>
      </a:tcStyle>
    </a:lastCol>
    <a:firstCol>
      <a:tcTxStyle b="on">
        <a:fontRef idx="minor">
          <a:scrgbClr r="0" g="0" b="0"/>
        </a:fontRef>
        <a:schemeClr val="lt1"/>
      </a:tcTxStyle>
      <a:tcStyle>
        <a:tcBdr/>
        <a:fill>
          <a:solidFill>
            <a:schemeClr val="accent1"/>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7022" autoAdjust="0"/>
    <p:restoredTop sz="94631"/>
  </p:normalViewPr>
  <p:slideViewPr>
    <p:cSldViewPr snapToGrid="0">
      <p:cViewPr varScale="1">
        <p:scale>
          <a:sx n="101" d="100"/>
          <a:sy n="101" d="100"/>
        </p:scale>
        <p:origin x="680" y="200"/>
      </p:cViewPr>
      <p:guideLst/>
    </p:cSldViewPr>
  </p:slideViewPr>
  <p:notesTextViewPr>
    <p:cViewPr>
      <p:scale>
        <a:sx n="1" d="1"/>
        <a:sy n="1" d="1"/>
      </p:scale>
      <p:origin x="0" y="0"/>
    </p:cViewPr>
  </p:notesTextViewPr>
  <p:sorterViewPr>
    <p:cViewPr>
      <p:scale>
        <a:sx n="100" d="100"/>
        <a:sy n="100" d="100"/>
      </p:scale>
      <p:origin x="0" y="-984"/>
    </p:cViewPr>
  </p:sorter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6.xml"/><Relationship Id="rId13" Type="http://schemas.openxmlformats.org/officeDocument/2006/relationships/commentAuthors" Target="commentAuthors.xml"/><Relationship Id="rId3" Type="http://schemas.openxmlformats.org/officeDocument/2006/relationships/slide" Target="slides/slide1.xml"/><Relationship Id="rId7" Type="http://schemas.openxmlformats.org/officeDocument/2006/relationships/slide" Target="slides/slide5.xml"/><Relationship Id="rId12" Type="http://schemas.openxmlformats.org/officeDocument/2006/relationships/notesMaster" Target="notesMasters/notesMaster1.xml"/><Relationship Id="rId17" Type="http://schemas.openxmlformats.org/officeDocument/2006/relationships/tableStyles" Target="tableStyles.xml"/><Relationship Id="rId2" Type="http://schemas.openxmlformats.org/officeDocument/2006/relationships/slideMaster" Target="slideMasters/slideMaster1.xml"/><Relationship Id="rId16" Type="http://schemas.openxmlformats.org/officeDocument/2006/relationships/theme" Target="theme/theme1.xml"/><Relationship Id="rId1" Type="http://schemas.openxmlformats.org/officeDocument/2006/relationships/customXml" Target="../customXml/item1.xml"/><Relationship Id="rId6" Type="http://schemas.openxmlformats.org/officeDocument/2006/relationships/slide" Target="slides/slide4.xml"/><Relationship Id="rId11" Type="http://schemas.openxmlformats.org/officeDocument/2006/relationships/slide" Target="slides/slide9.xml"/><Relationship Id="rId5" Type="http://schemas.openxmlformats.org/officeDocument/2006/relationships/slide" Target="slides/slide3.xml"/><Relationship Id="rId15" Type="http://schemas.openxmlformats.org/officeDocument/2006/relationships/viewProps" Target="viewProps.xml"/><Relationship Id="rId10" Type="http://schemas.openxmlformats.org/officeDocument/2006/relationships/slide" Target="slides/slide8.xml"/><Relationship Id="rId4" Type="http://schemas.openxmlformats.org/officeDocument/2006/relationships/slide" Target="slides/slide2.xml"/><Relationship Id="rId9" Type="http://schemas.openxmlformats.org/officeDocument/2006/relationships/slide" Target="slides/slide7.xml"/><Relationship Id="rId14"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dirty="0"/>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19AF605E-FD5F-4AA7-A75A-50252E819AC0}" type="datetimeFigureOut">
              <a:rPr lang="en-US" smtClean="0"/>
              <a:t>10/13/26</a:t>
            </a:fld>
            <a:endParaRPr lang="en-US" dirty="0"/>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dirty="0"/>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dirty="0"/>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21FB9E63-848F-498C-B766-39D698614805}" type="slidenum">
              <a:rPr lang="en-US" smtClean="0"/>
              <a:t>‹#›</a:t>
            </a:fld>
            <a:endParaRPr lang="en-US" dirty="0"/>
          </a:p>
        </p:txBody>
      </p:sp>
    </p:spTree>
    <p:extLst>
      <p:ext uri="{BB962C8B-B14F-4D97-AF65-F5344CB8AC3E}">
        <p14:creationId xmlns:p14="http://schemas.microsoft.com/office/powerpoint/2010/main" val="142932234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This file created specifically for Braeden McCrea</a:t>
            </a:r>
          </a:p>
        </p:txBody>
      </p:sp>
      <p:sp>
        <p:nvSpPr>
          <p:cNvPr id="4" name="Slide Number Placeholder 3"/>
          <p:cNvSpPr>
            <a:spLocks noGrp="1"/>
          </p:cNvSpPr>
          <p:nvPr>
            <p:ph type="sldNum" sz="quarter" idx="10"/>
          </p:nvPr>
        </p:nvSpPr>
        <p:spPr/>
        <p:txBody>
          <a:bodyPr/>
          <a:lstStyle/>
          <a:p>
            <a:fld id="{21FB9E63-848F-498C-B766-39D698614805}" type="slidenum">
              <a:rPr lang="en-US" smtClean="0"/>
              <a:t>1</a:t>
            </a:fld>
            <a:endParaRPr lang="en-US" dirty="0"/>
          </a:p>
        </p:txBody>
      </p:sp>
    </p:spTree>
    <p:extLst>
      <p:ext uri="{BB962C8B-B14F-4D97-AF65-F5344CB8AC3E}">
        <p14:creationId xmlns:p14="http://schemas.microsoft.com/office/powerpoint/2010/main" val="2136536698"/>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bg>
      <p:bgPr>
        <a:gradFill flip="none" rotWithShape="1">
          <a:gsLst>
            <a:gs pos="0">
              <a:srgbClr val="D9D9D9"/>
            </a:gs>
            <a:gs pos="100000">
              <a:schemeClr val="bg1"/>
            </a:gs>
          </a:gsLst>
          <a:lin ang="8100000" scaled="0"/>
          <a:tileRect/>
        </a:gradFill>
        <a:effectLst/>
      </p:bgPr>
    </p:bg>
    <p:spTree>
      <p:nvGrpSpPr>
        <p:cNvPr id="1" name=""/>
        <p:cNvGrpSpPr/>
        <p:nvPr/>
      </p:nvGrpSpPr>
      <p:grpSpPr>
        <a:xfrm>
          <a:off x="0" y="0"/>
          <a:ext cx="0" cy="0"/>
          <a:chOff x="0" y="0"/>
          <a:chExt cx="0" cy="0"/>
        </a:xfrm>
      </p:grpSpPr>
      <p:sp>
        <p:nvSpPr>
          <p:cNvPr id="2" name="Title 1"/>
          <p:cNvSpPr>
            <a:spLocks noGrp="1"/>
          </p:cNvSpPr>
          <p:nvPr>
            <p:ph type="ctrTitle"/>
          </p:nvPr>
        </p:nvSpPr>
        <p:spPr>
          <a:xfrm>
            <a:off x="626225" y="1828800"/>
            <a:ext cx="4098175" cy="3177380"/>
          </a:xfrm>
        </p:spPr>
        <p:txBody>
          <a:bodyPr anchor="b">
            <a:normAutofit/>
          </a:bodyPr>
          <a:lstStyle>
            <a:lvl1pPr algn="l">
              <a:lnSpc>
                <a:spcPct val="80000"/>
              </a:lnSpc>
              <a:defRPr sz="5400">
                <a:solidFill>
                  <a:schemeClr val="accent1"/>
                </a:solidFill>
              </a:defRPr>
            </a:lvl1pPr>
          </a:lstStyle>
          <a:p>
            <a:r>
              <a:rPr lang="en-US"/>
              <a:t>Click to edit Master title style</a:t>
            </a:r>
            <a:endParaRPr/>
          </a:p>
        </p:txBody>
      </p:sp>
      <p:sp>
        <p:nvSpPr>
          <p:cNvPr id="3" name="Subtitle 2"/>
          <p:cNvSpPr>
            <a:spLocks noGrp="1"/>
          </p:cNvSpPr>
          <p:nvPr>
            <p:ph type="subTitle" idx="1"/>
          </p:nvPr>
        </p:nvSpPr>
        <p:spPr>
          <a:xfrm>
            <a:off x="626225" y="5181600"/>
            <a:ext cx="4098175" cy="685800"/>
          </a:xfrm>
        </p:spPr>
        <p:txBody>
          <a:bodyPr>
            <a:normAutofit/>
          </a:bodyPr>
          <a:lstStyle>
            <a:lvl1pPr marL="0" indent="0" algn="l">
              <a:buNone/>
              <a:defRPr sz="2000" cap="all" baseline="0">
                <a:solidFill>
                  <a:schemeClr val="tx1">
                    <a:lumMod val="50000"/>
                    <a:lumOff val="50000"/>
                  </a:schemeClr>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a:p>
        </p:txBody>
      </p:sp>
      <p:pic>
        <p:nvPicPr>
          <p:cNvPr id="7" name="Picture 6" descr="EKG line"/>
          <p:cNvPicPr>
            <a:picLocks noChangeAspect="1"/>
          </p:cNvPicPr>
          <p:nvPr/>
        </p:nvPicPr>
        <p:blipFill rotWithShape="1">
          <a:blip r:embed="rId2" cstate="print">
            <a:extLst>
              <a:ext uri="{28A0092B-C50C-407E-A947-70E740481C1C}">
                <a14:useLocalDpi xmlns:a14="http://schemas.microsoft.com/office/drawing/2010/main" val="0"/>
              </a:ext>
            </a:extLst>
          </a:blip>
          <a:srcRect/>
          <a:stretch/>
        </p:blipFill>
        <p:spPr>
          <a:xfrm>
            <a:off x="5188688" y="-1"/>
            <a:ext cx="7000137" cy="6858001"/>
          </a:xfrm>
          <a:prstGeom prst="rect">
            <a:avLst/>
          </a:prstGeom>
        </p:spPr>
      </p:pic>
    </p:spTree>
    <p:extLst>
      <p:ext uri="{BB962C8B-B14F-4D97-AF65-F5344CB8AC3E}">
        <p14:creationId xmlns:p14="http://schemas.microsoft.com/office/powerpoint/2010/main" val="798862757"/>
      </p:ext>
    </p:extLst>
  </p:cSld>
  <p:clrMapOvr>
    <a:masterClrMapping/>
  </p:clrMapOvr>
  <p:extLst>
    <p:ext uri="{DCECCB84-F9BA-43D5-87BE-67443E8EF086}">
      <p15:sldGuideLst xmlns:p15="http://schemas.microsoft.com/office/powerpoint/2012/main"/>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a:p>
        </p:txBody>
      </p:sp>
      <p:sp>
        <p:nvSpPr>
          <p:cNvPr id="3" name="Content Placeholder 2"/>
          <p:cNvSpPr>
            <a:spLocks noGrp="1"/>
          </p:cNvSpPr>
          <p:nvPr>
            <p:ph idx="1"/>
          </p:nvPr>
        </p:nvSpPr>
        <p:spPr/>
        <p:txBody>
          <a:bodyPr/>
          <a:lstStyle>
            <a:lvl5pPr>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a:p>
        </p:txBody>
      </p:sp>
      <p:sp>
        <p:nvSpPr>
          <p:cNvPr id="5" name="Footer Placeholder 4"/>
          <p:cNvSpPr>
            <a:spLocks noGrp="1"/>
          </p:cNvSpPr>
          <p:nvPr>
            <p:ph type="ftr" sz="quarter" idx="11"/>
          </p:nvPr>
        </p:nvSpPr>
        <p:spPr/>
        <p:txBody>
          <a:bodyPr/>
          <a:lstStyle/>
          <a:p>
            <a:endParaRPr/>
          </a:p>
        </p:txBody>
      </p:sp>
      <p:sp>
        <p:nvSpPr>
          <p:cNvPr id="4" name="Date Placeholder 3"/>
          <p:cNvSpPr>
            <a:spLocks noGrp="1"/>
          </p:cNvSpPr>
          <p:nvPr>
            <p:ph type="dt" sz="half" idx="10"/>
          </p:nvPr>
        </p:nvSpPr>
        <p:spPr/>
        <p:txBody>
          <a:bodyPr/>
          <a:lstStyle/>
          <a:p>
            <a:fld id="{37CC0096-1860-4642-9CD2-0079EA5E7CD1}" type="datetimeFigureOut">
              <a:rPr lang="en-US"/>
              <a:t>10/13/26</a:t>
            </a:fld>
            <a:endParaRPr/>
          </a:p>
        </p:txBody>
      </p:sp>
      <p:sp>
        <p:nvSpPr>
          <p:cNvPr id="6" name="Slide Number Placeholder 5"/>
          <p:cNvSpPr>
            <a:spLocks noGrp="1"/>
          </p:cNvSpPr>
          <p:nvPr>
            <p:ph type="sldNum" sz="quarter" idx="12"/>
          </p:nvPr>
        </p:nvSpPr>
        <p:spPr/>
        <p:txBody>
          <a:bodyPr/>
          <a:lstStyle/>
          <a:p>
            <a:fld id="{E31375A4-56A4-47D6-9801-1991572033F7}" type="slidenum">
              <a:rPr/>
              <a:t>‹#›</a:t>
            </a:fld>
            <a:endParaRPr/>
          </a:p>
        </p:txBody>
      </p:sp>
    </p:spTree>
    <p:extLst>
      <p:ext uri="{BB962C8B-B14F-4D97-AF65-F5344CB8AC3E}">
        <p14:creationId xmlns:p14="http://schemas.microsoft.com/office/powerpoint/2010/main" val="311244411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preserve="1">
  <p:cSld name="Section Header">
    <p:bg>
      <p:bgPr>
        <a:gradFill flip="none" rotWithShape="1">
          <a:gsLst>
            <a:gs pos="0">
              <a:schemeClr val="accent1"/>
            </a:gs>
            <a:gs pos="100000">
              <a:schemeClr val="accent1">
                <a:lumMod val="75000"/>
              </a:schemeClr>
            </a:gs>
          </a:gsLst>
          <a:lin ang="5400000" scaled="0"/>
          <a:tileRect/>
        </a:gradFill>
        <a:effectLst/>
      </p:bgPr>
    </p:bg>
    <p:spTree>
      <p:nvGrpSpPr>
        <p:cNvPr id="1" name=""/>
        <p:cNvGrpSpPr/>
        <p:nvPr/>
      </p:nvGrpSpPr>
      <p:grpSpPr>
        <a:xfrm>
          <a:off x="0" y="0"/>
          <a:ext cx="0" cy="0"/>
          <a:chOff x="0" y="0"/>
          <a:chExt cx="0" cy="0"/>
        </a:xfrm>
      </p:grpSpPr>
      <p:sp>
        <p:nvSpPr>
          <p:cNvPr id="7" name="Rectangle 6" descr="Rectangle"/>
          <p:cNvSpPr/>
          <p:nvPr/>
        </p:nvSpPr>
        <p:spPr>
          <a:xfrm>
            <a:off x="265112" y="228600"/>
            <a:ext cx="11658600" cy="6400800"/>
          </a:xfrm>
          <a:prstGeom prst="rect">
            <a:avLst/>
          </a:prstGeom>
          <a:noFill/>
          <a:ln w="15875">
            <a:gradFill flip="none" rotWithShape="1">
              <a:gsLst>
                <a:gs pos="0">
                  <a:schemeClr val="bg1">
                    <a:lumMod val="75000"/>
                  </a:schemeClr>
                </a:gs>
                <a:gs pos="100000">
                  <a:schemeClr val="bg1"/>
                </a:gs>
              </a:gsLst>
              <a:lin ang="2700000" scaled="1"/>
              <a:tileRect/>
            </a:gradFill>
            <a:miter lim="800000"/>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a:p>
        </p:txBody>
      </p:sp>
      <p:sp>
        <p:nvSpPr>
          <p:cNvPr id="2" name="Title 1"/>
          <p:cNvSpPr>
            <a:spLocks noGrp="1"/>
          </p:cNvSpPr>
          <p:nvPr>
            <p:ph type="title"/>
          </p:nvPr>
        </p:nvSpPr>
        <p:spPr>
          <a:xfrm>
            <a:off x="1066800" y="1828800"/>
            <a:ext cx="7772400" cy="3177380"/>
          </a:xfrm>
        </p:spPr>
        <p:txBody>
          <a:bodyPr anchor="b">
            <a:normAutofit/>
          </a:bodyPr>
          <a:lstStyle>
            <a:lvl1pPr>
              <a:lnSpc>
                <a:spcPct val="80000"/>
              </a:lnSpc>
              <a:defRPr sz="5400"/>
            </a:lvl1pPr>
          </a:lstStyle>
          <a:p>
            <a:r>
              <a:rPr lang="en-US"/>
              <a:t>Click to edit Master title style</a:t>
            </a:r>
            <a:endParaRPr/>
          </a:p>
        </p:txBody>
      </p:sp>
      <p:sp>
        <p:nvSpPr>
          <p:cNvPr id="3" name="Text Placeholder 2"/>
          <p:cNvSpPr>
            <a:spLocks noGrp="1"/>
          </p:cNvSpPr>
          <p:nvPr>
            <p:ph type="body" idx="1"/>
          </p:nvPr>
        </p:nvSpPr>
        <p:spPr>
          <a:xfrm>
            <a:off x="1066800" y="5181600"/>
            <a:ext cx="7772400" cy="685800"/>
          </a:xfrm>
        </p:spPr>
        <p:txBody>
          <a:bodyPr>
            <a:normAutofit/>
          </a:bodyPr>
          <a:lstStyle>
            <a:lvl1pPr marL="0" indent="0">
              <a:buNone/>
              <a:defRPr sz="2000" cap="all" baseline="0">
                <a:solidFill>
                  <a:schemeClr val="bg1"/>
                </a:solidFill>
              </a:defRPr>
            </a:lvl1pPr>
            <a:lvl2pPr marL="457200" indent="0">
              <a:buNone/>
              <a:defRPr sz="2000"/>
            </a:lvl2pPr>
            <a:lvl3pPr marL="914400" indent="0">
              <a:buNone/>
              <a:defRPr sz="18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pPr lvl="0"/>
            <a:r>
              <a:rPr lang="en-US"/>
              <a:t>Edit Master text styles</a:t>
            </a:r>
          </a:p>
        </p:txBody>
      </p:sp>
    </p:spTree>
    <p:extLst>
      <p:ext uri="{BB962C8B-B14F-4D97-AF65-F5344CB8AC3E}">
        <p14:creationId xmlns:p14="http://schemas.microsoft.com/office/powerpoint/2010/main" val="350677804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a:p>
        </p:txBody>
      </p:sp>
      <p:sp>
        <p:nvSpPr>
          <p:cNvPr id="3" name="Content Placeholder 2"/>
          <p:cNvSpPr>
            <a:spLocks noGrp="1"/>
          </p:cNvSpPr>
          <p:nvPr>
            <p:ph sz="half" idx="1"/>
          </p:nvPr>
        </p:nvSpPr>
        <p:spPr>
          <a:xfrm>
            <a:off x="1066800" y="1825624"/>
            <a:ext cx="4800600" cy="4575175"/>
          </a:xfrm>
        </p:spPr>
        <p:txBody>
          <a:bodyPr>
            <a:normAutofit/>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a:p>
        </p:txBody>
      </p:sp>
      <p:sp>
        <p:nvSpPr>
          <p:cNvPr id="4" name="Content Placeholder 3"/>
          <p:cNvSpPr>
            <a:spLocks noGrp="1"/>
          </p:cNvSpPr>
          <p:nvPr>
            <p:ph sz="half" idx="2"/>
          </p:nvPr>
        </p:nvSpPr>
        <p:spPr>
          <a:xfrm>
            <a:off x="6324600" y="1825624"/>
            <a:ext cx="4800600" cy="4575175"/>
          </a:xfrm>
        </p:spPr>
        <p:txBody>
          <a:bodyPr>
            <a:normAutofit/>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a:p>
        </p:txBody>
      </p:sp>
      <p:sp>
        <p:nvSpPr>
          <p:cNvPr id="6" name="Footer Placeholder 5"/>
          <p:cNvSpPr>
            <a:spLocks noGrp="1"/>
          </p:cNvSpPr>
          <p:nvPr>
            <p:ph type="ftr" sz="quarter" idx="11"/>
          </p:nvPr>
        </p:nvSpPr>
        <p:spPr/>
        <p:txBody>
          <a:bodyPr/>
          <a:lstStyle/>
          <a:p>
            <a:endParaRPr/>
          </a:p>
        </p:txBody>
      </p:sp>
      <p:sp>
        <p:nvSpPr>
          <p:cNvPr id="5" name="Date Placeholder 4"/>
          <p:cNvSpPr>
            <a:spLocks noGrp="1"/>
          </p:cNvSpPr>
          <p:nvPr>
            <p:ph type="dt" sz="half" idx="10"/>
          </p:nvPr>
        </p:nvSpPr>
        <p:spPr/>
        <p:txBody>
          <a:bodyPr/>
          <a:lstStyle/>
          <a:p>
            <a:fld id="{37CC0096-1860-4642-9CD2-0079EA5E7CD1}" type="datetimeFigureOut">
              <a:rPr lang="en-US"/>
              <a:t>10/13/26</a:t>
            </a:fld>
            <a:endParaRPr/>
          </a:p>
        </p:txBody>
      </p:sp>
      <p:sp>
        <p:nvSpPr>
          <p:cNvPr id="7" name="Slide Number Placeholder 6"/>
          <p:cNvSpPr>
            <a:spLocks noGrp="1"/>
          </p:cNvSpPr>
          <p:nvPr>
            <p:ph type="sldNum" sz="quarter" idx="12"/>
          </p:nvPr>
        </p:nvSpPr>
        <p:spPr/>
        <p:txBody>
          <a:bodyPr/>
          <a:lstStyle/>
          <a:p>
            <a:fld id="{E31375A4-56A4-47D6-9801-1991572033F7}" type="slidenum">
              <a:rPr/>
              <a:t>‹#›</a:t>
            </a:fld>
            <a:endParaRPr/>
          </a:p>
        </p:txBody>
      </p:sp>
    </p:spTree>
    <p:extLst>
      <p:ext uri="{BB962C8B-B14F-4D97-AF65-F5344CB8AC3E}">
        <p14:creationId xmlns:p14="http://schemas.microsoft.com/office/powerpoint/2010/main" val="4044567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a:p>
        </p:txBody>
      </p:sp>
      <p:sp>
        <p:nvSpPr>
          <p:cNvPr id="3" name="Text Placeholder 2"/>
          <p:cNvSpPr>
            <a:spLocks noGrp="1"/>
          </p:cNvSpPr>
          <p:nvPr>
            <p:ph type="body" idx="1"/>
          </p:nvPr>
        </p:nvSpPr>
        <p:spPr>
          <a:xfrm>
            <a:off x="1066800" y="1828799"/>
            <a:ext cx="4800600" cy="762000"/>
          </a:xfrm>
        </p:spPr>
        <p:txBody>
          <a:bodyPr anchor="ctr">
            <a:noAutofit/>
          </a:bodyPr>
          <a:lstStyle>
            <a:lvl1pPr marL="0" indent="0">
              <a:buNone/>
              <a:defRPr sz="2400" b="0" cap="none" baseline="0">
                <a:solidFill>
                  <a:schemeClr val="tx1">
                    <a:lumMod val="75000"/>
                    <a:lumOff val="25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4" name="Content Placeholder 3"/>
          <p:cNvSpPr>
            <a:spLocks noGrp="1"/>
          </p:cNvSpPr>
          <p:nvPr>
            <p:ph sz="half" idx="2"/>
          </p:nvPr>
        </p:nvSpPr>
        <p:spPr>
          <a:xfrm>
            <a:off x="1066800" y="2590799"/>
            <a:ext cx="4800600" cy="3810033"/>
          </a:xfrm>
        </p:spPr>
        <p:txBody>
          <a:bodyPr>
            <a:normAutofit/>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a:p>
        </p:txBody>
      </p:sp>
      <p:sp>
        <p:nvSpPr>
          <p:cNvPr id="5" name="Text Placeholder 4"/>
          <p:cNvSpPr>
            <a:spLocks noGrp="1"/>
          </p:cNvSpPr>
          <p:nvPr>
            <p:ph type="body" sz="quarter" idx="3"/>
          </p:nvPr>
        </p:nvSpPr>
        <p:spPr>
          <a:xfrm>
            <a:off x="6324600" y="1828799"/>
            <a:ext cx="4800600" cy="762000"/>
          </a:xfrm>
        </p:spPr>
        <p:txBody>
          <a:bodyPr anchor="ctr">
            <a:noAutofit/>
          </a:bodyPr>
          <a:lstStyle>
            <a:lvl1pPr marL="0" indent="0">
              <a:buNone/>
              <a:defRPr sz="2400" b="0" cap="none" baseline="0">
                <a:solidFill>
                  <a:schemeClr val="tx1">
                    <a:lumMod val="75000"/>
                    <a:lumOff val="25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6" name="Content Placeholder 5"/>
          <p:cNvSpPr>
            <a:spLocks noGrp="1"/>
          </p:cNvSpPr>
          <p:nvPr>
            <p:ph sz="quarter" idx="4"/>
          </p:nvPr>
        </p:nvSpPr>
        <p:spPr>
          <a:xfrm>
            <a:off x="6324600" y="2590799"/>
            <a:ext cx="4800600" cy="3810033"/>
          </a:xfrm>
        </p:spPr>
        <p:txBody>
          <a:bodyPr>
            <a:normAutofit/>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a:p>
        </p:txBody>
      </p:sp>
      <p:sp>
        <p:nvSpPr>
          <p:cNvPr id="8" name="Footer Placeholder 7"/>
          <p:cNvSpPr>
            <a:spLocks noGrp="1"/>
          </p:cNvSpPr>
          <p:nvPr>
            <p:ph type="ftr" sz="quarter" idx="11"/>
          </p:nvPr>
        </p:nvSpPr>
        <p:spPr/>
        <p:txBody>
          <a:bodyPr/>
          <a:lstStyle/>
          <a:p>
            <a:endParaRPr/>
          </a:p>
        </p:txBody>
      </p:sp>
      <p:sp>
        <p:nvSpPr>
          <p:cNvPr id="7" name="Date Placeholder 6"/>
          <p:cNvSpPr>
            <a:spLocks noGrp="1"/>
          </p:cNvSpPr>
          <p:nvPr>
            <p:ph type="dt" sz="half" idx="10"/>
          </p:nvPr>
        </p:nvSpPr>
        <p:spPr/>
        <p:txBody>
          <a:bodyPr/>
          <a:lstStyle/>
          <a:p>
            <a:fld id="{37CC0096-1860-4642-9CD2-0079EA5E7CD1}" type="datetimeFigureOut">
              <a:rPr lang="en-US"/>
              <a:t>10/13/26</a:t>
            </a:fld>
            <a:endParaRPr/>
          </a:p>
        </p:txBody>
      </p:sp>
      <p:sp>
        <p:nvSpPr>
          <p:cNvPr id="9" name="Slide Number Placeholder 8"/>
          <p:cNvSpPr>
            <a:spLocks noGrp="1"/>
          </p:cNvSpPr>
          <p:nvPr>
            <p:ph type="sldNum" sz="quarter" idx="12"/>
          </p:nvPr>
        </p:nvSpPr>
        <p:spPr/>
        <p:txBody>
          <a:bodyPr/>
          <a:lstStyle/>
          <a:p>
            <a:fld id="{E31375A4-56A4-47D6-9801-1991572033F7}" type="slidenum">
              <a:rPr/>
              <a:t>‹#›</a:t>
            </a:fld>
            <a:endParaRPr/>
          </a:p>
        </p:txBody>
      </p:sp>
    </p:spTree>
    <p:extLst>
      <p:ext uri="{BB962C8B-B14F-4D97-AF65-F5344CB8AC3E}">
        <p14:creationId xmlns:p14="http://schemas.microsoft.com/office/powerpoint/2010/main" val="339790656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a:p>
        </p:txBody>
      </p:sp>
      <p:sp>
        <p:nvSpPr>
          <p:cNvPr id="4" name="Footer Placeholder 3"/>
          <p:cNvSpPr>
            <a:spLocks noGrp="1"/>
          </p:cNvSpPr>
          <p:nvPr>
            <p:ph type="ftr" sz="quarter" idx="11"/>
          </p:nvPr>
        </p:nvSpPr>
        <p:spPr/>
        <p:txBody>
          <a:bodyPr/>
          <a:lstStyle/>
          <a:p>
            <a:endParaRPr/>
          </a:p>
        </p:txBody>
      </p:sp>
      <p:sp>
        <p:nvSpPr>
          <p:cNvPr id="3" name="Date Placeholder 2"/>
          <p:cNvSpPr>
            <a:spLocks noGrp="1"/>
          </p:cNvSpPr>
          <p:nvPr>
            <p:ph type="dt" sz="half" idx="10"/>
          </p:nvPr>
        </p:nvSpPr>
        <p:spPr/>
        <p:txBody>
          <a:bodyPr/>
          <a:lstStyle/>
          <a:p>
            <a:fld id="{37CC0096-1860-4642-9CD2-0079EA5E7CD1}" type="datetimeFigureOut">
              <a:rPr lang="en-US"/>
              <a:t>10/13/26</a:t>
            </a:fld>
            <a:endParaRPr/>
          </a:p>
        </p:txBody>
      </p:sp>
      <p:sp>
        <p:nvSpPr>
          <p:cNvPr id="5" name="Slide Number Placeholder 4"/>
          <p:cNvSpPr>
            <a:spLocks noGrp="1"/>
          </p:cNvSpPr>
          <p:nvPr>
            <p:ph type="sldNum" sz="quarter" idx="12"/>
          </p:nvPr>
        </p:nvSpPr>
        <p:spPr/>
        <p:txBody>
          <a:bodyPr/>
          <a:lstStyle/>
          <a:p>
            <a:fld id="{E31375A4-56A4-47D6-9801-1991572033F7}" type="slidenum">
              <a:rPr/>
              <a:t>‹#›</a:t>
            </a:fld>
            <a:endParaRPr/>
          </a:p>
        </p:txBody>
      </p:sp>
    </p:spTree>
    <p:extLst>
      <p:ext uri="{BB962C8B-B14F-4D97-AF65-F5344CB8AC3E}">
        <p14:creationId xmlns:p14="http://schemas.microsoft.com/office/powerpoint/2010/main" val="323897671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type="blank" preserve="1">
  <p:cSld name="Blank">
    <p:spTree>
      <p:nvGrpSpPr>
        <p:cNvPr id="1" name=""/>
        <p:cNvGrpSpPr/>
        <p:nvPr/>
      </p:nvGrpSpPr>
      <p:grpSpPr>
        <a:xfrm>
          <a:off x="0" y="0"/>
          <a:ext cx="0" cy="0"/>
          <a:chOff x="0" y="0"/>
          <a:chExt cx="0" cy="0"/>
        </a:xfrm>
      </p:grpSpPr>
      <p:sp>
        <p:nvSpPr>
          <p:cNvPr id="3" name="Footer Placeholder 2"/>
          <p:cNvSpPr>
            <a:spLocks noGrp="1"/>
          </p:cNvSpPr>
          <p:nvPr>
            <p:ph type="ftr" sz="quarter" idx="11"/>
          </p:nvPr>
        </p:nvSpPr>
        <p:spPr/>
        <p:txBody>
          <a:bodyPr/>
          <a:lstStyle/>
          <a:p>
            <a:endParaRPr/>
          </a:p>
        </p:txBody>
      </p:sp>
      <p:sp>
        <p:nvSpPr>
          <p:cNvPr id="2" name="Date Placeholder 1"/>
          <p:cNvSpPr>
            <a:spLocks noGrp="1"/>
          </p:cNvSpPr>
          <p:nvPr>
            <p:ph type="dt" sz="half" idx="10"/>
          </p:nvPr>
        </p:nvSpPr>
        <p:spPr/>
        <p:txBody>
          <a:bodyPr/>
          <a:lstStyle/>
          <a:p>
            <a:fld id="{37CC0096-1860-4642-9CD2-0079EA5E7CD1}" type="datetimeFigureOut">
              <a:rPr lang="en-US"/>
              <a:t>10/13/26</a:t>
            </a:fld>
            <a:endParaRPr/>
          </a:p>
        </p:txBody>
      </p:sp>
      <p:sp>
        <p:nvSpPr>
          <p:cNvPr id="4" name="Slide Number Placeholder 3"/>
          <p:cNvSpPr>
            <a:spLocks noGrp="1"/>
          </p:cNvSpPr>
          <p:nvPr>
            <p:ph type="sldNum" sz="quarter" idx="12"/>
          </p:nvPr>
        </p:nvSpPr>
        <p:spPr/>
        <p:txBody>
          <a:bodyPr/>
          <a:lstStyle/>
          <a:p>
            <a:fld id="{E31375A4-56A4-47D6-9801-1991572033F7}" type="slidenum">
              <a:rPr/>
              <a:t>‹#›</a:t>
            </a:fld>
            <a:endParaRPr/>
          </a:p>
        </p:txBody>
      </p:sp>
    </p:spTree>
    <p:extLst>
      <p:ext uri="{BB962C8B-B14F-4D97-AF65-F5344CB8AC3E}">
        <p14:creationId xmlns:p14="http://schemas.microsoft.com/office/powerpoint/2010/main" val="214681722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type="objTx" preserve="1">
  <p:cSld name="Content with Caption">
    <p:spTree>
      <p:nvGrpSpPr>
        <p:cNvPr id="1" name=""/>
        <p:cNvGrpSpPr/>
        <p:nvPr/>
      </p:nvGrpSpPr>
      <p:grpSpPr>
        <a:xfrm>
          <a:off x="0" y="0"/>
          <a:ext cx="0" cy="0"/>
          <a:chOff x="0" y="0"/>
          <a:chExt cx="0" cy="0"/>
        </a:xfrm>
      </p:grpSpPr>
      <p:sp>
        <p:nvSpPr>
          <p:cNvPr id="8" name="Rectangle 7" descr="Rectangle"/>
          <p:cNvSpPr/>
          <p:nvPr/>
        </p:nvSpPr>
        <p:spPr>
          <a:xfrm>
            <a:off x="7008812" y="0"/>
            <a:ext cx="5180013" cy="6858000"/>
          </a:xfrm>
          <a:prstGeom prst="rect">
            <a:avLst/>
          </a:prstGeom>
          <a:gradFill flip="none" rotWithShape="1">
            <a:gsLst>
              <a:gs pos="0">
                <a:schemeClr val="accent1"/>
              </a:gs>
              <a:gs pos="100000">
                <a:schemeClr val="accent1">
                  <a:lumMod val="75000"/>
                </a:schemeClr>
              </a:gs>
            </a:gsLst>
            <a:lin ang="54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a:p>
        </p:txBody>
      </p:sp>
      <p:sp>
        <p:nvSpPr>
          <p:cNvPr id="9" name="Rectangle 8" descr="Rectangle"/>
          <p:cNvSpPr/>
          <p:nvPr/>
        </p:nvSpPr>
        <p:spPr>
          <a:xfrm>
            <a:off x="7255668" y="228600"/>
            <a:ext cx="4686300" cy="6400800"/>
          </a:xfrm>
          <a:prstGeom prst="rect">
            <a:avLst/>
          </a:prstGeom>
          <a:noFill/>
          <a:ln w="15875">
            <a:gradFill flip="none" rotWithShape="1">
              <a:gsLst>
                <a:gs pos="0">
                  <a:schemeClr val="bg1">
                    <a:lumMod val="75000"/>
                  </a:schemeClr>
                </a:gs>
                <a:gs pos="100000">
                  <a:schemeClr val="bg1">
                    <a:lumMod val="95000"/>
                  </a:schemeClr>
                </a:gs>
              </a:gsLst>
              <a:lin ang="2700000" scaled="1"/>
              <a:tileRect/>
            </a:gradFill>
            <a:miter lim="800000"/>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a:p>
        </p:txBody>
      </p:sp>
      <p:sp>
        <p:nvSpPr>
          <p:cNvPr id="2" name="Title 1"/>
          <p:cNvSpPr>
            <a:spLocks noGrp="1"/>
          </p:cNvSpPr>
          <p:nvPr>
            <p:ph type="title"/>
          </p:nvPr>
        </p:nvSpPr>
        <p:spPr>
          <a:xfrm>
            <a:off x="7632700" y="3200400"/>
            <a:ext cx="3932237" cy="1752600"/>
          </a:xfrm>
        </p:spPr>
        <p:txBody>
          <a:bodyPr anchor="b">
            <a:normAutofit/>
          </a:bodyPr>
          <a:lstStyle>
            <a:lvl1pPr>
              <a:defRPr sz="3600"/>
            </a:lvl1pPr>
          </a:lstStyle>
          <a:p>
            <a:r>
              <a:rPr lang="en-US"/>
              <a:t>Click to edit Master title style</a:t>
            </a:r>
            <a:endParaRPr/>
          </a:p>
        </p:txBody>
      </p:sp>
      <p:sp>
        <p:nvSpPr>
          <p:cNvPr id="3" name="Content Placeholder 2"/>
          <p:cNvSpPr>
            <a:spLocks noGrp="1"/>
          </p:cNvSpPr>
          <p:nvPr>
            <p:ph idx="1"/>
          </p:nvPr>
        </p:nvSpPr>
        <p:spPr>
          <a:xfrm>
            <a:off x="609600" y="457201"/>
            <a:ext cx="5943600" cy="5943600"/>
          </a:xfrm>
        </p:spPr>
        <p:txBody>
          <a:bodyPr>
            <a:normAutofit/>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a:p>
        </p:txBody>
      </p:sp>
      <p:sp>
        <p:nvSpPr>
          <p:cNvPr id="4" name="Text Placeholder 3"/>
          <p:cNvSpPr>
            <a:spLocks noGrp="1"/>
          </p:cNvSpPr>
          <p:nvPr>
            <p:ph type="body" sz="half" idx="2"/>
          </p:nvPr>
        </p:nvSpPr>
        <p:spPr>
          <a:xfrm>
            <a:off x="7632699" y="5029200"/>
            <a:ext cx="3932237" cy="1371600"/>
          </a:xfrm>
        </p:spPr>
        <p:txBody>
          <a:bodyPr>
            <a:normAutofit/>
          </a:bodyPr>
          <a:lstStyle>
            <a:lvl1pPr marL="0" indent="0">
              <a:buNone/>
              <a:defRPr sz="1600">
                <a:solidFill>
                  <a:schemeClr val="bg1"/>
                </a:solidFill>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Tree>
    <p:extLst>
      <p:ext uri="{BB962C8B-B14F-4D97-AF65-F5344CB8AC3E}">
        <p14:creationId xmlns:p14="http://schemas.microsoft.com/office/powerpoint/2010/main" val="166737413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type="picTx" preserve="1">
  <p:cSld name="Picture with Caption">
    <p:spTree>
      <p:nvGrpSpPr>
        <p:cNvPr id="1" name=""/>
        <p:cNvGrpSpPr/>
        <p:nvPr/>
      </p:nvGrpSpPr>
      <p:grpSpPr>
        <a:xfrm>
          <a:off x="0" y="0"/>
          <a:ext cx="0" cy="0"/>
          <a:chOff x="0" y="0"/>
          <a:chExt cx="0" cy="0"/>
        </a:xfrm>
      </p:grpSpPr>
      <p:sp>
        <p:nvSpPr>
          <p:cNvPr id="8" name="Rectangle 7" descr="Rectangle"/>
          <p:cNvSpPr/>
          <p:nvPr/>
        </p:nvSpPr>
        <p:spPr>
          <a:xfrm>
            <a:off x="7008812" y="0"/>
            <a:ext cx="5180013" cy="6858000"/>
          </a:xfrm>
          <a:prstGeom prst="rect">
            <a:avLst/>
          </a:prstGeom>
          <a:gradFill flip="none" rotWithShape="1">
            <a:gsLst>
              <a:gs pos="0">
                <a:schemeClr val="accent1"/>
              </a:gs>
              <a:gs pos="100000">
                <a:schemeClr val="accent1">
                  <a:lumMod val="75000"/>
                </a:schemeClr>
              </a:gs>
            </a:gsLst>
            <a:lin ang="54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a:p>
        </p:txBody>
      </p:sp>
      <p:sp>
        <p:nvSpPr>
          <p:cNvPr id="9" name="Rectangle 8" descr="Rectangle"/>
          <p:cNvSpPr/>
          <p:nvPr/>
        </p:nvSpPr>
        <p:spPr>
          <a:xfrm>
            <a:off x="7255668" y="228600"/>
            <a:ext cx="4686300" cy="6400800"/>
          </a:xfrm>
          <a:prstGeom prst="rect">
            <a:avLst/>
          </a:prstGeom>
          <a:noFill/>
          <a:ln w="15875">
            <a:gradFill flip="none" rotWithShape="1">
              <a:gsLst>
                <a:gs pos="0">
                  <a:schemeClr val="bg1">
                    <a:lumMod val="75000"/>
                  </a:schemeClr>
                </a:gs>
                <a:gs pos="100000">
                  <a:schemeClr val="bg1">
                    <a:lumMod val="95000"/>
                  </a:schemeClr>
                </a:gs>
              </a:gsLst>
              <a:lin ang="2700000" scaled="1"/>
              <a:tileRect/>
            </a:gradFill>
            <a:miter lim="800000"/>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a:p>
        </p:txBody>
      </p:sp>
      <p:sp>
        <p:nvSpPr>
          <p:cNvPr id="2" name="Title 1"/>
          <p:cNvSpPr>
            <a:spLocks noGrp="1"/>
          </p:cNvSpPr>
          <p:nvPr>
            <p:ph type="title"/>
          </p:nvPr>
        </p:nvSpPr>
        <p:spPr>
          <a:xfrm>
            <a:off x="7635240" y="3200400"/>
            <a:ext cx="3932237" cy="1752600"/>
          </a:xfrm>
        </p:spPr>
        <p:txBody>
          <a:bodyPr anchor="b">
            <a:normAutofit/>
          </a:bodyPr>
          <a:lstStyle>
            <a:lvl1pPr>
              <a:defRPr sz="3600"/>
            </a:lvl1pPr>
          </a:lstStyle>
          <a:p>
            <a:r>
              <a:rPr lang="en-US"/>
              <a:t>Click to edit Master title style</a:t>
            </a:r>
            <a:endParaRPr/>
          </a:p>
        </p:txBody>
      </p:sp>
      <p:sp>
        <p:nvSpPr>
          <p:cNvPr id="3" name="Picture Placeholder 2" descr="An empty placeholder to add an image. Click on the placeholder and select the image that you wish to add."/>
          <p:cNvSpPr>
            <a:spLocks noGrp="1"/>
          </p:cNvSpPr>
          <p:nvPr>
            <p:ph type="pic" idx="1"/>
          </p:nvPr>
        </p:nvSpPr>
        <p:spPr>
          <a:xfrm>
            <a:off x="1" y="0"/>
            <a:ext cx="7008810" cy="6857999"/>
          </a:xfrm>
        </p:spPr>
        <p:txBody>
          <a:bodyPr tIns="457200">
            <a:normAutofit/>
          </a:bodyPr>
          <a:lstStyle>
            <a:lvl1pPr marL="0" indent="0" algn="ctr">
              <a:buNone/>
              <a:defRPr sz="24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dirty="0"/>
          </a:p>
        </p:txBody>
      </p:sp>
      <p:sp>
        <p:nvSpPr>
          <p:cNvPr id="4" name="Text Placeholder 3"/>
          <p:cNvSpPr>
            <a:spLocks noGrp="1"/>
          </p:cNvSpPr>
          <p:nvPr>
            <p:ph type="body" sz="half" idx="2"/>
          </p:nvPr>
        </p:nvSpPr>
        <p:spPr>
          <a:xfrm>
            <a:off x="7635240" y="5029200"/>
            <a:ext cx="3932237" cy="1374648"/>
          </a:xfrm>
        </p:spPr>
        <p:txBody>
          <a:bodyPr/>
          <a:lstStyle>
            <a:lvl1pPr marL="0" indent="0">
              <a:buNone/>
              <a:defRPr sz="1600">
                <a:solidFill>
                  <a:schemeClr val="bg1"/>
                </a:solidFill>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Tree>
    <p:extLst>
      <p:ext uri="{BB962C8B-B14F-4D97-AF65-F5344CB8AC3E}">
        <p14:creationId xmlns:p14="http://schemas.microsoft.com/office/powerpoint/2010/main" val="297724975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a:p>
        </p:txBody>
      </p:sp>
      <p:sp>
        <p:nvSpPr>
          <p:cNvPr id="3" name="Vertical Text Placeholder 2"/>
          <p:cNvSpPr>
            <a:spLocks noGrp="1"/>
          </p:cNvSpPr>
          <p:nvPr>
            <p:ph type="body" orient="vert" idx="1"/>
          </p:nvPr>
        </p:nvSpPr>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a:p>
        </p:txBody>
      </p:sp>
      <p:sp>
        <p:nvSpPr>
          <p:cNvPr id="5" name="Footer Placeholder 4"/>
          <p:cNvSpPr>
            <a:spLocks noGrp="1"/>
          </p:cNvSpPr>
          <p:nvPr>
            <p:ph type="ftr" sz="quarter" idx="11"/>
          </p:nvPr>
        </p:nvSpPr>
        <p:spPr/>
        <p:txBody>
          <a:bodyPr/>
          <a:lstStyle/>
          <a:p>
            <a:endParaRPr/>
          </a:p>
        </p:txBody>
      </p:sp>
      <p:sp>
        <p:nvSpPr>
          <p:cNvPr id="4" name="Date Placeholder 3"/>
          <p:cNvSpPr>
            <a:spLocks noGrp="1"/>
          </p:cNvSpPr>
          <p:nvPr>
            <p:ph type="dt" sz="half" idx="10"/>
          </p:nvPr>
        </p:nvSpPr>
        <p:spPr/>
        <p:txBody>
          <a:bodyPr/>
          <a:lstStyle/>
          <a:p>
            <a:fld id="{37CC0096-1860-4642-9CD2-0079EA5E7CD1}" type="datetimeFigureOut">
              <a:rPr lang="en-US"/>
              <a:t>10/13/26</a:t>
            </a:fld>
            <a:endParaRPr/>
          </a:p>
        </p:txBody>
      </p:sp>
      <p:sp>
        <p:nvSpPr>
          <p:cNvPr id="6" name="Slide Number Placeholder 5"/>
          <p:cNvSpPr>
            <a:spLocks noGrp="1"/>
          </p:cNvSpPr>
          <p:nvPr>
            <p:ph type="sldNum" sz="quarter" idx="12"/>
          </p:nvPr>
        </p:nvSpPr>
        <p:spPr/>
        <p:txBody>
          <a:bodyPr/>
          <a:lstStyle/>
          <a:p>
            <a:fld id="{E31375A4-56A4-47D6-9801-1991572033F7}" type="slidenum">
              <a:rPr/>
              <a:t>‹#›</a:t>
            </a:fld>
            <a:endParaRPr/>
          </a:p>
        </p:txBody>
      </p:sp>
    </p:spTree>
    <p:extLst>
      <p:ext uri="{BB962C8B-B14F-4D97-AF65-F5344CB8AC3E}">
        <p14:creationId xmlns:p14="http://schemas.microsoft.com/office/powerpoint/2010/main" val="247715422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type="vertTitleAndTx" preserve="1">
  <p:cSld name="Vertical Title and Text">
    <p:spTree>
      <p:nvGrpSpPr>
        <p:cNvPr id="1" name=""/>
        <p:cNvGrpSpPr/>
        <p:nvPr/>
      </p:nvGrpSpPr>
      <p:grpSpPr>
        <a:xfrm>
          <a:off x="0" y="0"/>
          <a:ext cx="0" cy="0"/>
          <a:chOff x="0" y="0"/>
          <a:chExt cx="0" cy="0"/>
        </a:xfrm>
      </p:grpSpPr>
      <p:sp>
        <p:nvSpPr>
          <p:cNvPr id="7" name="Rectangle 6" descr="Rectangle"/>
          <p:cNvSpPr/>
          <p:nvPr/>
        </p:nvSpPr>
        <p:spPr>
          <a:xfrm>
            <a:off x="9982200" y="0"/>
            <a:ext cx="2209800" cy="6858000"/>
          </a:xfrm>
          <a:prstGeom prst="rect">
            <a:avLst/>
          </a:prstGeom>
          <a:gradFill flip="none" rotWithShape="1">
            <a:gsLst>
              <a:gs pos="0">
                <a:schemeClr val="accent1"/>
              </a:gs>
              <a:gs pos="100000">
                <a:schemeClr val="accent1">
                  <a:lumMod val="75000"/>
                </a:schemeClr>
              </a:gs>
            </a:gsLst>
            <a:lin ang="108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a:p>
        </p:txBody>
      </p:sp>
      <p:sp>
        <p:nvSpPr>
          <p:cNvPr id="2" name="Vertical Title 1"/>
          <p:cNvSpPr>
            <a:spLocks noGrp="1"/>
          </p:cNvSpPr>
          <p:nvPr>
            <p:ph type="title" orient="vert"/>
          </p:nvPr>
        </p:nvSpPr>
        <p:spPr>
          <a:xfrm>
            <a:off x="10058399" y="457201"/>
            <a:ext cx="2057401" cy="5943600"/>
          </a:xfrm>
        </p:spPr>
        <p:txBody>
          <a:bodyPr vert="eaVert"/>
          <a:lstStyle/>
          <a:p>
            <a:r>
              <a:rPr lang="en-US"/>
              <a:t>Click to edit Master title style</a:t>
            </a:r>
            <a:endParaRPr/>
          </a:p>
        </p:txBody>
      </p:sp>
      <p:sp>
        <p:nvSpPr>
          <p:cNvPr id="3" name="Vertical Text Placeholder 2"/>
          <p:cNvSpPr>
            <a:spLocks noGrp="1"/>
          </p:cNvSpPr>
          <p:nvPr>
            <p:ph type="body" orient="vert" idx="1"/>
          </p:nvPr>
        </p:nvSpPr>
        <p:spPr>
          <a:xfrm>
            <a:off x="609600" y="457200"/>
            <a:ext cx="9067800" cy="5943599"/>
          </a:xfrm>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a:p>
        </p:txBody>
      </p:sp>
      <p:sp>
        <p:nvSpPr>
          <p:cNvPr id="5" name="Footer Placeholder 4"/>
          <p:cNvSpPr>
            <a:spLocks noGrp="1"/>
          </p:cNvSpPr>
          <p:nvPr>
            <p:ph type="ftr" sz="quarter" idx="11"/>
          </p:nvPr>
        </p:nvSpPr>
        <p:spPr/>
        <p:txBody>
          <a:bodyPr/>
          <a:lstStyle/>
          <a:p>
            <a:endParaRPr/>
          </a:p>
        </p:txBody>
      </p:sp>
      <p:sp>
        <p:nvSpPr>
          <p:cNvPr id="4" name="Date Placeholder 3"/>
          <p:cNvSpPr>
            <a:spLocks noGrp="1"/>
          </p:cNvSpPr>
          <p:nvPr>
            <p:ph type="dt" sz="half" idx="10"/>
          </p:nvPr>
        </p:nvSpPr>
        <p:spPr/>
        <p:txBody>
          <a:bodyPr/>
          <a:lstStyle/>
          <a:p>
            <a:fld id="{37CC0096-1860-4642-9CD2-0079EA5E7CD1}" type="datetimeFigureOut">
              <a:rPr lang="en-US"/>
              <a:t>10/13/26</a:t>
            </a:fld>
            <a:endParaRPr/>
          </a:p>
        </p:txBody>
      </p:sp>
      <p:sp>
        <p:nvSpPr>
          <p:cNvPr id="6" name="Slide Number Placeholder 5"/>
          <p:cNvSpPr>
            <a:spLocks noGrp="1"/>
          </p:cNvSpPr>
          <p:nvPr>
            <p:ph type="sldNum" sz="quarter" idx="12"/>
          </p:nvPr>
        </p:nvSpPr>
        <p:spPr/>
        <p:txBody>
          <a:bodyPr/>
          <a:lstStyle/>
          <a:p>
            <a:fld id="{E31375A4-56A4-47D6-9801-1991572033F7}" type="slidenum">
              <a:rPr/>
              <a:t>‹#›</a:t>
            </a:fld>
            <a:endParaRPr/>
          </a:p>
        </p:txBody>
      </p:sp>
    </p:spTree>
    <p:extLst>
      <p:ext uri="{BB962C8B-B14F-4D97-AF65-F5344CB8AC3E}">
        <p14:creationId xmlns:p14="http://schemas.microsoft.com/office/powerpoint/2010/main" val="252463502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gradFill flip="none" rotWithShape="1">
          <a:gsLst>
            <a:gs pos="0">
              <a:srgbClr val="D9D9D9"/>
            </a:gs>
            <a:gs pos="100000">
              <a:schemeClr val="bg1"/>
            </a:gs>
          </a:gsLst>
          <a:lin ang="16200000" scaled="1"/>
          <a:tileRect/>
        </a:gradFill>
        <a:effectLst/>
      </p:bgPr>
    </p:bg>
    <p:spTree>
      <p:nvGrpSpPr>
        <p:cNvPr id="1" name=""/>
        <p:cNvGrpSpPr/>
        <p:nvPr/>
      </p:nvGrpSpPr>
      <p:grpSpPr>
        <a:xfrm>
          <a:off x="0" y="0"/>
          <a:ext cx="0" cy="0"/>
          <a:chOff x="0" y="0"/>
          <a:chExt cx="0" cy="0"/>
        </a:xfrm>
      </p:grpSpPr>
      <p:sp>
        <p:nvSpPr>
          <p:cNvPr id="7" name="red bar" descr="Red bar"/>
          <p:cNvSpPr/>
          <p:nvPr/>
        </p:nvSpPr>
        <p:spPr>
          <a:xfrm>
            <a:off x="1" y="1"/>
            <a:ext cx="12188824" cy="1524000"/>
          </a:xfrm>
          <a:prstGeom prst="rect">
            <a:avLst/>
          </a:prstGeom>
          <a:gradFill flip="none" rotWithShape="1">
            <a:gsLst>
              <a:gs pos="0">
                <a:schemeClr val="accent1"/>
              </a:gs>
              <a:gs pos="100000">
                <a:schemeClr val="accent1">
                  <a:lumMod val="75000"/>
                </a:schemeClr>
              </a:gs>
            </a:gsLst>
            <a:lin ang="54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a:p>
        </p:txBody>
      </p:sp>
      <p:sp>
        <p:nvSpPr>
          <p:cNvPr id="2" name="Title Placeholder 1"/>
          <p:cNvSpPr>
            <a:spLocks noGrp="1"/>
          </p:cNvSpPr>
          <p:nvPr>
            <p:ph type="title"/>
          </p:nvPr>
        </p:nvSpPr>
        <p:spPr>
          <a:xfrm>
            <a:off x="1066800" y="99220"/>
            <a:ext cx="10058400" cy="1325563"/>
          </a:xfrm>
          <a:prstGeom prst="rect">
            <a:avLst/>
          </a:prstGeom>
        </p:spPr>
        <p:txBody>
          <a:bodyPr vert="horz" lIns="91440" tIns="45720" rIns="91440" bIns="45720" rtlCol="0" anchor="ctr">
            <a:normAutofit/>
          </a:bodyPr>
          <a:lstStyle/>
          <a:p>
            <a:r>
              <a:rPr lang="en-US"/>
              <a:t>Click to edit Master title style</a:t>
            </a:r>
            <a:endParaRPr dirty="0"/>
          </a:p>
        </p:txBody>
      </p:sp>
      <p:sp>
        <p:nvSpPr>
          <p:cNvPr id="3" name="Text Placeholder 2"/>
          <p:cNvSpPr>
            <a:spLocks noGrp="1"/>
          </p:cNvSpPr>
          <p:nvPr>
            <p:ph type="body" idx="1"/>
          </p:nvPr>
        </p:nvSpPr>
        <p:spPr>
          <a:xfrm>
            <a:off x="1524000" y="1828799"/>
            <a:ext cx="9144000" cy="4572001"/>
          </a:xfrm>
          <a:prstGeom prst="rect">
            <a:avLst/>
          </a:prstGeom>
        </p:spPr>
        <p:txBody>
          <a:bodyPr vert="horz" lIns="91440" tIns="45720" rIns="91440" bIns="45720" rtlCol="0">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dirty="0"/>
          </a:p>
        </p:txBody>
      </p:sp>
      <p:sp>
        <p:nvSpPr>
          <p:cNvPr id="5" name="Footer Placeholder 4"/>
          <p:cNvSpPr>
            <a:spLocks noGrp="1"/>
          </p:cNvSpPr>
          <p:nvPr>
            <p:ph type="ftr" sz="quarter" idx="3"/>
          </p:nvPr>
        </p:nvSpPr>
        <p:spPr>
          <a:xfrm>
            <a:off x="1066800" y="6481760"/>
            <a:ext cx="7848600" cy="239715"/>
          </a:xfrm>
          <a:prstGeom prst="rect">
            <a:avLst/>
          </a:prstGeom>
        </p:spPr>
        <p:txBody>
          <a:bodyPr vert="horz" lIns="91440" tIns="45720" rIns="91440" bIns="45720" rtlCol="0" anchor="ctr"/>
          <a:lstStyle>
            <a:lvl1pPr algn="l">
              <a:defRPr sz="1100">
                <a:solidFill>
                  <a:schemeClr val="tx1"/>
                </a:solidFill>
              </a:defRPr>
            </a:lvl1pPr>
          </a:lstStyle>
          <a:p>
            <a:endParaRPr lang="en-US" dirty="0"/>
          </a:p>
        </p:txBody>
      </p:sp>
      <p:sp>
        <p:nvSpPr>
          <p:cNvPr id="4" name="Date Placeholder 3"/>
          <p:cNvSpPr>
            <a:spLocks noGrp="1"/>
          </p:cNvSpPr>
          <p:nvPr>
            <p:ph type="dt" sz="half" idx="2"/>
          </p:nvPr>
        </p:nvSpPr>
        <p:spPr>
          <a:xfrm>
            <a:off x="9067800" y="6465885"/>
            <a:ext cx="1066800" cy="239715"/>
          </a:xfrm>
          <a:prstGeom prst="rect">
            <a:avLst/>
          </a:prstGeom>
        </p:spPr>
        <p:txBody>
          <a:bodyPr vert="horz" lIns="91440" tIns="45720" rIns="91440" bIns="45720" rtlCol="0" anchor="ctr"/>
          <a:lstStyle>
            <a:lvl1pPr algn="r">
              <a:defRPr sz="1100">
                <a:solidFill>
                  <a:schemeClr val="tx1"/>
                </a:solidFill>
              </a:defRPr>
            </a:lvl1pPr>
          </a:lstStyle>
          <a:p>
            <a:fld id="{37CC0096-1860-4642-9CD2-0079EA5E7CD1}" type="datetimeFigureOut">
              <a:rPr lang="en-US" smtClean="0"/>
              <a:pPr/>
              <a:t>10/13/26</a:t>
            </a:fld>
            <a:endParaRPr lang="en-US" dirty="0"/>
          </a:p>
        </p:txBody>
      </p:sp>
      <p:sp>
        <p:nvSpPr>
          <p:cNvPr id="6" name="Slide Number Placeholder 5"/>
          <p:cNvSpPr>
            <a:spLocks noGrp="1"/>
          </p:cNvSpPr>
          <p:nvPr>
            <p:ph type="sldNum" sz="quarter" idx="4"/>
          </p:nvPr>
        </p:nvSpPr>
        <p:spPr>
          <a:xfrm>
            <a:off x="10287000" y="6481760"/>
            <a:ext cx="838200" cy="239715"/>
          </a:xfrm>
          <a:prstGeom prst="rect">
            <a:avLst/>
          </a:prstGeom>
        </p:spPr>
        <p:txBody>
          <a:bodyPr vert="horz" lIns="91440" tIns="45720" rIns="91440" bIns="45720" rtlCol="0" anchor="ctr"/>
          <a:lstStyle>
            <a:lvl1pPr algn="r">
              <a:defRPr sz="1100">
                <a:solidFill>
                  <a:schemeClr val="tx1"/>
                </a:solidFill>
              </a:defRPr>
            </a:lvl1pPr>
          </a:lstStyle>
          <a:p>
            <a:fld id="{E31375A4-56A4-47D6-9801-1991572033F7}" type="slidenum">
              <a:rPr lang="en-US" smtClean="0"/>
              <a:pPr/>
              <a:t>‹#›</a:t>
            </a:fld>
            <a:endParaRPr lang="en-US"/>
          </a:p>
        </p:txBody>
      </p:sp>
    </p:spTree>
    <p:extLst>
      <p:ext uri="{BB962C8B-B14F-4D97-AF65-F5344CB8AC3E}">
        <p14:creationId xmlns:p14="http://schemas.microsoft.com/office/powerpoint/2010/main" val="1943259863"/>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3600" kern="1200">
          <a:solidFill>
            <a:schemeClr val="bg1"/>
          </a:solidFill>
          <a:latin typeface="+mj-lt"/>
          <a:ea typeface="+mj-ea"/>
          <a:cs typeface="+mj-cs"/>
        </a:defRPr>
      </a:lvl1pPr>
    </p:titleStyle>
    <p:bodyStyle>
      <a:lvl1pPr marL="228600" indent="-228600" algn="l" defTabSz="914400" rtl="0" eaLnBrk="1" latinLnBrk="0" hangingPunct="1">
        <a:lnSpc>
          <a:spcPct val="90000"/>
        </a:lnSpc>
        <a:spcBef>
          <a:spcPts val="1800"/>
        </a:spcBef>
        <a:buSzPct val="100000"/>
        <a:buFont typeface="Arial" pitchFamily="34" charset="0"/>
        <a:buChar char="▪"/>
        <a:defRPr sz="2400" kern="1200">
          <a:solidFill>
            <a:schemeClr val="tx1">
              <a:lumMod val="75000"/>
              <a:lumOff val="25000"/>
            </a:schemeClr>
          </a:solidFill>
          <a:latin typeface="+mn-lt"/>
          <a:ea typeface="+mn-ea"/>
          <a:cs typeface="+mn-cs"/>
        </a:defRPr>
      </a:lvl1pPr>
      <a:lvl2pPr marL="457200" indent="-228600" algn="l" defTabSz="914400" rtl="0" eaLnBrk="1" latinLnBrk="0" hangingPunct="1">
        <a:lnSpc>
          <a:spcPct val="90000"/>
        </a:lnSpc>
        <a:spcBef>
          <a:spcPts val="600"/>
        </a:spcBef>
        <a:buSzPct val="100000"/>
        <a:buFont typeface="Arial" pitchFamily="34" charset="0"/>
        <a:buChar char="▪"/>
        <a:defRPr sz="2200" kern="1200">
          <a:solidFill>
            <a:schemeClr val="tx1">
              <a:lumMod val="75000"/>
              <a:lumOff val="25000"/>
            </a:schemeClr>
          </a:solidFill>
          <a:latin typeface="+mn-lt"/>
          <a:ea typeface="+mn-ea"/>
          <a:cs typeface="+mn-cs"/>
        </a:defRPr>
      </a:lvl2pPr>
      <a:lvl3pPr marL="685800" indent="-182880" algn="l" defTabSz="914400" rtl="0" eaLnBrk="1" latinLnBrk="0" hangingPunct="1">
        <a:lnSpc>
          <a:spcPct val="90000"/>
        </a:lnSpc>
        <a:spcBef>
          <a:spcPts val="600"/>
        </a:spcBef>
        <a:buSzPct val="100000"/>
        <a:buFont typeface="Arial" pitchFamily="34" charset="0"/>
        <a:buChar char="▪"/>
        <a:defRPr sz="2000" kern="1200">
          <a:solidFill>
            <a:schemeClr val="tx1">
              <a:lumMod val="75000"/>
              <a:lumOff val="25000"/>
            </a:schemeClr>
          </a:solidFill>
          <a:latin typeface="+mn-lt"/>
          <a:ea typeface="+mn-ea"/>
          <a:cs typeface="+mn-cs"/>
        </a:defRPr>
      </a:lvl3pPr>
      <a:lvl4pPr marL="868680" indent="-182563" algn="l" defTabSz="914400" rtl="0" eaLnBrk="1" latinLnBrk="0" hangingPunct="1">
        <a:lnSpc>
          <a:spcPct val="90000"/>
        </a:lnSpc>
        <a:spcBef>
          <a:spcPts val="600"/>
        </a:spcBef>
        <a:buSzPct val="100000"/>
        <a:buFont typeface="Arial" pitchFamily="34" charset="0"/>
        <a:buChar char="▪"/>
        <a:defRPr sz="1800" kern="1200">
          <a:solidFill>
            <a:schemeClr val="tx1">
              <a:lumMod val="75000"/>
              <a:lumOff val="25000"/>
            </a:schemeClr>
          </a:solidFill>
          <a:latin typeface="+mn-lt"/>
          <a:ea typeface="+mn-ea"/>
          <a:cs typeface="+mn-cs"/>
        </a:defRPr>
      </a:lvl4pPr>
      <a:lvl5pPr marL="1051560" indent="-182880" algn="l" defTabSz="914400" rtl="0" eaLnBrk="1" latinLnBrk="0" hangingPunct="1">
        <a:lnSpc>
          <a:spcPct val="90000"/>
        </a:lnSpc>
        <a:spcBef>
          <a:spcPts val="600"/>
        </a:spcBef>
        <a:buSzPct val="100000"/>
        <a:buFont typeface="Arial" pitchFamily="34" charset="0"/>
        <a:buChar char="▪"/>
        <a:defRPr sz="1600" kern="1200">
          <a:solidFill>
            <a:schemeClr val="tx1">
              <a:lumMod val="75000"/>
              <a:lumOff val="25000"/>
            </a:schemeClr>
          </a:solidFill>
          <a:latin typeface="+mn-lt"/>
          <a:ea typeface="+mn-ea"/>
          <a:cs typeface="+mn-cs"/>
        </a:defRPr>
      </a:lvl5pPr>
      <a:lvl6pPr marL="1234440" indent="-182880" algn="l" defTabSz="914400" rtl="0" eaLnBrk="1" latinLnBrk="0" hangingPunct="1">
        <a:lnSpc>
          <a:spcPct val="90000"/>
        </a:lnSpc>
        <a:spcBef>
          <a:spcPts val="400"/>
        </a:spcBef>
        <a:buSzPct val="100000"/>
        <a:buFont typeface="Arial" pitchFamily="34" charset="0"/>
        <a:buChar char="▪"/>
        <a:defRPr sz="1600" kern="1200">
          <a:solidFill>
            <a:schemeClr val="tx1">
              <a:lumMod val="75000"/>
              <a:lumOff val="25000"/>
            </a:schemeClr>
          </a:solidFill>
          <a:latin typeface="+mn-lt"/>
          <a:ea typeface="+mn-ea"/>
          <a:cs typeface="+mn-cs"/>
        </a:defRPr>
      </a:lvl6pPr>
      <a:lvl7pPr marL="1417320" indent="-182880" algn="l" defTabSz="914400" rtl="0" eaLnBrk="1" latinLnBrk="0" hangingPunct="1">
        <a:lnSpc>
          <a:spcPct val="90000"/>
        </a:lnSpc>
        <a:spcBef>
          <a:spcPts val="400"/>
        </a:spcBef>
        <a:buSzPct val="100000"/>
        <a:buFont typeface="Arial" pitchFamily="34" charset="0"/>
        <a:buChar char="▪"/>
        <a:defRPr sz="1600" kern="1200">
          <a:solidFill>
            <a:schemeClr val="tx1">
              <a:lumMod val="75000"/>
              <a:lumOff val="25000"/>
            </a:schemeClr>
          </a:solidFill>
          <a:latin typeface="+mn-lt"/>
          <a:ea typeface="+mn-ea"/>
          <a:cs typeface="+mn-cs"/>
        </a:defRPr>
      </a:lvl7pPr>
      <a:lvl8pPr marL="1600200" indent="-182880" algn="l" defTabSz="914400" rtl="0" eaLnBrk="1" latinLnBrk="0" hangingPunct="1">
        <a:lnSpc>
          <a:spcPct val="90000"/>
        </a:lnSpc>
        <a:spcBef>
          <a:spcPts val="400"/>
        </a:spcBef>
        <a:buSzPct val="100000"/>
        <a:buFont typeface="Arial" pitchFamily="34" charset="0"/>
        <a:buChar char="▪"/>
        <a:defRPr sz="1600" kern="1200">
          <a:solidFill>
            <a:schemeClr val="tx1">
              <a:lumMod val="75000"/>
              <a:lumOff val="25000"/>
            </a:schemeClr>
          </a:solidFill>
          <a:latin typeface="+mn-lt"/>
          <a:ea typeface="+mn-ea"/>
          <a:cs typeface="+mn-cs"/>
        </a:defRPr>
      </a:lvl8pPr>
      <a:lvl9pPr marL="1783080" indent="-182880" algn="l" defTabSz="914400" rtl="0" eaLnBrk="1" latinLnBrk="0" hangingPunct="1">
        <a:lnSpc>
          <a:spcPct val="90000"/>
        </a:lnSpc>
        <a:spcBef>
          <a:spcPts val="400"/>
        </a:spcBef>
        <a:buSzPct val="100000"/>
        <a:buFont typeface="Arial" pitchFamily="34" charset="0"/>
        <a:buChar char="▪"/>
        <a:defRPr sz="1600" kern="1200">
          <a:solidFill>
            <a:schemeClr val="tx1">
              <a:lumMod val="75000"/>
              <a:lumOff val="25000"/>
            </a:schemeClr>
          </a:solidFill>
          <a:latin typeface="+mn-lt"/>
          <a:ea typeface="+mn-ea"/>
          <a:cs typeface="+mn-cs"/>
        </a:defRPr>
      </a:lvl9pPr>
    </p:bodyStyle>
    <p:otherStyle>
      <a:defPPr>
        <a:defRP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p15:clr>
            <a:srgbClr val="F26B43"/>
          </p15:clr>
        </p15:guide>
        <p15:guide id="2" pos="3840">
          <p15:clr>
            <a:srgbClr val="F26B43"/>
          </p15:clr>
        </p15:guide>
      </p15:sldGuideLst>
    </p:ext>
  </p:extLst>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4.xml"/></Relationships>
</file>

<file path=ppt/slides/_rels/slide3.xml.rels><?xml version="1.0" encoding="UTF-8" standalone="yes"?>
<Relationships xmlns="http://schemas.openxmlformats.org/package/2006/relationships"><Relationship Id="rId2" Type="http://schemas.openxmlformats.org/officeDocument/2006/relationships/image" Target="../media/image3.jpe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image" Target="../media/image4.jpeg"/><Relationship Id="rId1" Type="http://schemas.openxmlformats.org/officeDocument/2006/relationships/slideLayout" Target="../slideLayouts/slideLayout8.xml"/></Relationships>
</file>

<file path=ppt/slides/_rels/slide5.xml.rels><?xml version="1.0" encoding="UTF-8" standalone="yes"?>
<Relationships xmlns="http://schemas.openxmlformats.org/package/2006/relationships"><Relationship Id="rId2" Type="http://schemas.openxmlformats.org/officeDocument/2006/relationships/image" Target="../media/image5.jpeg"/><Relationship Id="rId1" Type="http://schemas.openxmlformats.org/officeDocument/2006/relationships/slideLayout" Target="../slideLayouts/slideLayout4.xml"/></Relationships>
</file>

<file path=ppt/slides/_rels/slide6.xml.rels><?xml version="1.0" encoding="UTF-8" standalone="yes"?>
<Relationships xmlns="http://schemas.openxmlformats.org/package/2006/relationships"><Relationship Id="rId3" Type="http://schemas.openxmlformats.org/officeDocument/2006/relationships/slideLayout" Target="../slideLayouts/slideLayout8.xml"/><Relationship Id="rId2" Type="http://schemas.openxmlformats.org/officeDocument/2006/relationships/video" Target="../media/media1.mp4"/><Relationship Id="rId1" Type="http://schemas.microsoft.com/office/2007/relationships/media" Target="../media/media1.mp4"/><Relationship Id="rId4" Type="http://schemas.openxmlformats.org/officeDocument/2006/relationships/image" Target="../media/image6.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image" Target="../media/image7.jp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XCFicdb88EK18Ycfo4vtng==|2393"/>
          <p:cNvSpPr>
            <a:spLocks noGrp="1"/>
          </p:cNvSpPr>
          <p:nvPr>
            <p:ph type="ctrTitle"/>
          </p:nvPr>
        </p:nvSpPr>
        <p:spPr/>
        <p:txBody>
          <a:bodyPr/>
          <a:lstStyle/>
          <a:p>
            <a:r>
              <a:rPr lang="en-US" dirty="0"/>
              <a:t>Lifeline Medical Services</a:t>
            </a:r>
          </a:p>
        </p:txBody>
      </p:sp>
      <p:sp>
        <p:nvSpPr>
          <p:cNvPr id="3" name="Subtitle 2                                                                                                                                                                                                                                                                                 |XCFicdb88EK18Ycfo4vtng==|2393"/>
          <p:cNvSpPr>
            <a:spLocks noGrp="1"/>
          </p:cNvSpPr>
          <p:nvPr>
            <p:ph type="subTitle" idx="1"/>
          </p:nvPr>
        </p:nvSpPr>
        <p:spPr/>
        <p:txBody>
          <a:bodyPr/>
          <a:lstStyle/>
          <a:p>
            <a:r>
              <a:rPr lang="en-US" dirty="0"/>
              <a:t>Medical Services Call Button</a:t>
            </a:r>
          </a:p>
        </p:txBody>
      </p:sp>
    </p:spTree>
    <p:extLst>
      <p:ext uri="{BB962C8B-B14F-4D97-AF65-F5344CB8AC3E}">
        <p14:creationId xmlns:p14="http://schemas.microsoft.com/office/powerpoint/2010/main" val="3295024966"/>
      </p:ext>
    </p:extLst>
  </p:cSld>
  <p:clrMapOvr>
    <a:masterClrMapping/>
  </p:clrMapOvr>
  <mc:AlternateContent xmlns:mc="http://schemas.openxmlformats.org/markup-compatibility/2006" xmlns:p14="http://schemas.microsoft.com/office/powerpoint/2010/main">
    <mc:Choice Requires="p14">
      <p:transition spd="slow" p14:dur="1250">
        <p14:switch dir="r"/>
      </p:transition>
    </mc:Choice>
    <mc:Fallback xmlns="">
      <p:transition spd="slow">
        <p:fade/>
      </p:transition>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XCFicdb88EK18Ycfo4vtng==|2393"/>
          <p:cNvSpPr>
            <a:spLocks noGrp="1"/>
          </p:cNvSpPr>
          <p:nvPr>
            <p:ph type="title"/>
          </p:nvPr>
        </p:nvSpPr>
        <p:spPr/>
        <p:txBody>
          <a:bodyPr/>
          <a:lstStyle/>
          <a:p>
            <a:r>
              <a:rPr lang="en-US" dirty="0"/>
              <a:t>All about Lifeline Medical Services</a:t>
            </a:r>
          </a:p>
        </p:txBody>
      </p:sp>
      <p:pic>
        <p:nvPicPr>
          <p:cNvPr id="7" name="Content Placeholder 4" descr="Nurses"/>
          <p:cNvPicPr>
            <a:picLocks noGrp="1" noChangeAspect="1"/>
          </p:cNvPicPr>
          <p:nvPr>
            <p:ph sz="half" idx="1"/>
          </p:nvPr>
        </p:nvPicPr>
        <p:blipFill>
          <a:blip r:embed="rId2"/>
          <a:stretch>
            <a:fillRect/>
          </a:stretch>
        </p:blipFill>
        <p:spPr>
          <a:xfrm>
            <a:off x="1066800" y="2511749"/>
            <a:ext cx="4800600" cy="3202924"/>
          </a:xfrm>
        </p:spPr>
      </p:pic>
      <p:sp>
        <p:nvSpPr>
          <p:cNvPr id="6" name="Content Placeholder 5                                                                                                                                                                                                                                                                                 |XCFicdb88EK18Ycfo4vtng==|2393"/>
          <p:cNvSpPr>
            <a:spLocks noGrp="1"/>
          </p:cNvSpPr>
          <p:nvPr>
            <p:ph sz="half" idx="2"/>
          </p:nvPr>
        </p:nvSpPr>
        <p:spPr/>
        <p:txBody>
          <a:bodyPr/>
          <a:lstStyle/>
          <a:p>
            <a:r>
              <a:rPr lang="en-US" dirty="0"/>
              <a:t>Family-owned local company</a:t>
            </a:r>
          </a:p>
          <a:p>
            <a:r>
              <a:rPr lang="en-US" dirty="0"/>
              <a:t>Partnered with Hartford Hospital</a:t>
            </a:r>
          </a:p>
          <a:p>
            <a:r>
              <a:rPr lang="en-US" dirty="0"/>
              <a:t>Partnered with Hartford EMS</a:t>
            </a:r>
          </a:p>
          <a:p>
            <a:r>
              <a:rPr lang="en-US" dirty="0"/>
              <a:t>Staffed 24/7 by registered nurses</a:t>
            </a:r>
          </a:p>
          <a:p>
            <a:r>
              <a:rPr lang="en-US" dirty="0"/>
              <a:t>Emergency doctor always on call</a:t>
            </a:r>
          </a:p>
          <a:p>
            <a:endParaRPr lang="en-US" dirty="0"/>
          </a:p>
        </p:txBody>
      </p:sp>
      <p:sp>
        <p:nvSpPr>
          <p:cNvPr id="20" name="Date Placeholder 19"/>
          <p:cNvSpPr>
            <a:spLocks noGrp="1"/>
          </p:cNvSpPr>
          <p:nvPr>
            <p:ph type="dt" sz="half" idx="10"/>
          </p:nvPr>
        </p:nvSpPr>
        <p:spPr/>
        <p:txBody>
          <a:bodyPr/>
          <a:lstStyle/>
          <a:p>
            <a:fld id="{87C5E4AA-B42B-43B4-9314-F26E32E97B8E}" type="datetime1">
              <a:rPr lang="en-US"/>
              <a:t>10/13/26</a:t>
            </a:fld>
            <a:endParaRPr lang="en-US" dirty="0"/>
          </a:p>
        </p:txBody>
      </p:sp>
      <p:sp>
        <p:nvSpPr>
          <p:cNvPr id="21" name="Footer Placeholder 20"/>
          <p:cNvSpPr>
            <a:spLocks noGrp="1"/>
          </p:cNvSpPr>
          <p:nvPr>
            <p:ph type="ftr" sz="quarter" idx="11"/>
          </p:nvPr>
        </p:nvSpPr>
        <p:spPr/>
        <p:txBody>
          <a:bodyPr/>
          <a:lstStyle/>
          <a:p>
            <a:r>
              <a:rPr lang="en-US" dirty="0"/>
              <a:t>Lifeline Medical</a:t>
            </a:r>
          </a:p>
        </p:txBody>
      </p:sp>
    </p:spTree>
    <p:extLst>
      <p:ext uri="{BB962C8B-B14F-4D97-AF65-F5344CB8AC3E}">
        <p14:creationId xmlns:p14="http://schemas.microsoft.com/office/powerpoint/2010/main" val="824428561"/>
      </p:ext>
    </p:extLst>
  </p:cSld>
  <p:clrMapOvr>
    <a:masterClrMapping/>
  </p:clrMapOvr>
  <mc:AlternateContent xmlns:mc="http://schemas.openxmlformats.org/markup-compatibility/2006" xmlns:p14="http://schemas.microsoft.com/office/powerpoint/2010/main">
    <mc:Choice Requires="p14">
      <p:transition spd="slow" p14:dur="1250">
        <p14:switch dir="r"/>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9" fill="hold" grpId="0" nodeType="clickEffect">
                                  <p:stCondLst>
                                    <p:cond delay="0"/>
                                  </p:stCondLst>
                                  <p:childTnLst>
                                    <p:set>
                                      <p:cBhvr>
                                        <p:cTn id="6" dur="1" fill="hold">
                                          <p:stCondLst>
                                            <p:cond delay="0"/>
                                          </p:stCondLst>
                                        </p:cTn>
                                        <p:tgtEl>
                                          <p:spTgt spid="6">
                                            <p:txEl>
                                              <p:pRg st="0" end="0"/>
                                            </p:txEl>
                                          </p:spTgt>
                                        </p:tgtEl>
                                        <p:attrNameLst>
                                          <p:attrName>style.visibility</p:attrName>
                                        </p:attrNameLst>
                                      </p:cBhvr>
                                      <p:to>
                                        <p:strVal val="visible"/>
                                      </p:to>
                                    </p:set>
                                    <p:anim calcmode="lin" valueType="num">
                                      <p:cBhvr additive="base">
                                        <p:cTn id="7" dur="500" fill="hold"/>
                                        <p:tgtEl>
                                          <p:spTgt spid="6">
                                            <p:txEl>
                                              <p:pRg st="0" end="0"/>
                                            </p:txEl>
                                          </p:spTgt>
                                        </p:tgtEl>
                                        <p:attrNameLst>
                                          <p:attrName>ppt_x</p:attrName>
                                        </p:attrNameLst>
                                      </p:cBhvr>
                                      <p:tavLst>
                                        <p:tav tm="0">
                                          <p:val>
                                            <p:strVal val="0-#ppt_w/2"/>
                                          </p:val>
                                        </p:tav>
                                        <p:tav tm="100000">
                                          <p:val>
                                            <p:strVal val="#ppt_x"/>
                                          </p:val>
                                        </p:tav>
                                      </p:tavLst>
                                    </p:anim>
                                    <p:anim calcmode="lin" valueType="num">
                                      <p:cBhvr additive="base">
                                        <p:cTn id="8" dur="500" fill="hold"/>
                                        <p:tgtEl>
                                          <p:spTgt spid="6">
                                            <p:txEl>
                                              <p:pRg st="0" end="0"/>
                                            </p:txEl>
                                          </p:spTgt>
                                        </p:tgtEl>
                                        <p:attrNameLst>
                                          <p:attrName>ppt_y</p:attrName>
                                        </p:attrNameLst>
                                      </p:cBhvr>
                                      <p:tavLst>
                                        <p:tav tm="0">
                                          <p:val>
                                            <p:strVal val="0-#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9" fill="hold" grpId="0" nodeType="clickEffect">
                                  <p:stCondLst>
                                    <p:cond delay="0"/>
                                  </p:stCondLst>
                                  <p:childTnLst>
                                    <p:set>
                                      <p:cBhvr>
                                        <p:cTn id="12" dur="1" fill="hold">
                                          <p:stCondLst>
                                            <p:cond delay="0"/>
                                          </p:stCondLst>
                                        </p:cTn>
                                        <p:tgtEl>
                                          <p:spTgt spid="6">
                                            <p:txEl>
                                              <p:pRg st="1" end="1"/>
                                            </p:txEl>
                                          </p:spTgt>
                                        </p:tgtEl>
                                        <p:attrNameLst>
                                          <p:attrName>style.visibility</p:attrName>
                                        </p:attrNameLst>
                                      </p:cBhvr>
                                      <p:to>
                                        <p:strVal val="visible"/>
                                      </p:to>
                                    </p:set>
                                    <p:anim calcmode="lin" valueType="num">
                                      <p:cBhvr additive="base">
                                        <p:cTn id="13" dur="500" fill="hold"/>
                                        <p:tgtEl>
                                          <p:spTgt spid="6">
                                            <p:txEl>
                                              <p:pRg st="1" end="1"/>
                                            </p:txEl>
                                          </p:spTgt>
                                        </p:tgtEl>
                                        <p:attrNameLst>
                                          <p:attrName>ppt_x</p:attrName>
                                        </p:attrNameLst>
                                      </p:cBhvr>
                                      <p:tavLst>
                                        <p:tav tm="0">
                                          <p:val>
                                            <p:strVal val="0-#ppt_w/2"/>
                                          </p:val>
                                        </p:tav>
                                        <p:tav tm="100000">
                                          <p:val>
                                            <p:strVal val="#ppt_x"/>
                                          </p:val>
                                        </p:tav>
                                      </p:tavLst>
                                    </p:anim>
                                    <p:anim calcmode="lin" valueType="num">
                                      <p:cBhvr additive="base">
                                        <p:cTn id="14" dur="500" fill="hold"/>
                                        <p:tgtEl>
                                          <p:spTgt spid="6">
                                            <p:txEl>
                                              <p:pRg st="1" end="1"/>
                                            </p:txEl>
                                          </p:spTgt>
                                        </p:tgtEl>
                                        <p:attrNameLst>
                                          <p:attrName>ppt_y</p:attrName>
                                        </p:attrNameLst>
                                      </p:cBhvr>
                                      <p:tavLst>
                                        <p:tav tm="0">
                                          <p:val>
                                            <p:strVal val="0-#ppt_h/2"/>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ntr" presetSubtype="9" fill="hold" grpId="0" nodeType="clickEffect">
                                  <p:stCondLst>
                                    <p:cond delay="0"/>
                                  </p:stCondLst>
                                  <p:childTnLst>
                                    <p:set>
                                      <p:cBhvr>
                                        <p:cTn id="18" dur="1" fill="hold">
                                          <p:stCondLst>
                                            <p:cond delay="0"/>
                                          </p:stCondLst>
                                        </p:cTn>
                                        <p:tgtEl>
                                          <p:spTgt spid="6">
                                            <p:txEl>
                                              <p:pRg st="2" end="2"/>
                                            </p:txEl>
                                          </p:spTgt>
                                        </p:tgtEl>
                                        <p:attrNameLst>
                                          <p:attrName>style.visibility</p:attrName>
                                        </p:attrNameLst>
                                      </p:cBhvr>
                                      <p:to>
                                        <p:strVal val="visible"/>
                                      </p:to>
                                    </p:set>
                                    <p:anim calcmode="lin" valueType="num">
                                      <p:cBhvr additive="base">
                                        <p:cTn id="19" dur="500" fill="hold"/>
                                        <p:tgtEl>
                                          <p:spTgt spid="6">
                                            <p:txEl>
                                              <p:pRg st="2" end="2"/>
                                            </p:txEl>
                                          </p:spTgt>
                                        </p:tgtEl>
                                        <p:attrNameLst>
                                          <p:attrName>ppt_x</p:attrName>
                                        </p:attrNameLst>
                                      </p:cBhvr>
                                      <p:tavLst>
                                        <p:tav tm="0">
                                          <p:val>
                                            <p:strVal val="0-#ppt_w/2"/>
                                          </p:val>
                                        </p:tav>
                                        <p:tav tm="100000">
                                          <p:val>
                                            <p:strVal val="#ppt_x"/>
                                          </p:val>
                                        </p:tav>
                                      </p:tavLst>
                                    </p:anim>
                                    <p:anim calcmode="lin" valueType="num">
                                      <p:cBhvr additive="base">
                                        <p:cTn id="20" dur="500" fill="hold"/>
                                        <p:tgtEl>
                                          <p:spTgt spid="6">
                                            <p:txEl>
                                              <p:pRg st="2" end="2"/>
                                            </p:txEl>
                                          </p:spTgt>
                                        </p:tgtEl>
                                        <p:attrNameLst>
                                          <p:attrName>ppt_y</p:attrName>
                                        </p:attrNameLst>
                                      </p:cBhvr>
                                      <p:tavLst>
                                        <p:tav tm="0">
                                          <p:val>
                                            <p:strVal val="0-#ppt_h/2"/>
                                          </p:val>
                                        </p:tav>
                                        <p:tav tm="100000">
                                          <p:val>
                                            <p:strVal val="#ppt_y"/>
                                          </p:val>
                                        </p:tav>
                                      </p:tavLst>
                                    </p:anim>
                                  </p:childTnLst>
                                </p:cTn>
                              </p:par>
                            </p:childTnLst>
                          </p:cTn>
                        </p:par>
                      </p:childTnLst>
                    </p:cTn>
                  </p:par>
                  <p:par>
                    <p:cTn id="21" fill="hold">
                      <p:stCondLst>
                        <p:cond delay="indefinite"/>
                      </p:stCondLst>
                      <p:childTnLst>
                        <p:par>
                          <p:cTn id="22" fill="hold">
                            <p:stCondLst>
                              <p:cond delay="0"/>
                            </p:stCondLst>
                            <p:childTnLst>
                              <p:par>
                                <p:cTn id="23" presetID="2" presetClass="entr" presetSubtype="9" fill="hold" grpId="0" nodeType="clickEffect">
                                  <p:stCondLst>
                                    <p:cond delay="0"/>
                                  </p:stCondLst>
                                  <p:childTnLst>
                                    <p:set>
                                      <p:cBhvr>
                                        <p:cTn id="24" dur="1" fill="hold">
                                          <p:stCondLst>
                                            <p:cond delay="0"/>
                                          </p:stCondLst>
                                        </p:cTn>
                                        <p:tgtEl>
                                          <p:spTgt spid="6">
                                            <p:txEl>
                                              <p:pRg st="3" end="3"/>
                                            </p:txEl>
                                          </p:spTgt>
                                        </p:tgtEl>
                                        <p:attrNameLst>
                                          <p:attrName>style.visibility</p:attrName>
                                        </p:attrNameLst>
                                      </p:cBhvr>
                                      <p:to>
                                        <p:strVal val="visible"/>
                                      </p:to>
                                    </p:set>
                                    <p:anim calcmode="lin" valueType="num">
                                      <p:cBhvr additive="base">
                                        <p:cTn id="25" dur="500" fill="hold"/>
                                        <p:tgtEl>
                                          <p:spTgt spid="6">
                                            <p:txEl>
                                              <p:pRg st="3" end="3"/>
                                            </p:txEl>
                                          </p:spTgt>
                                        </p:tgtEl>
                                        <p:attrNameLst>
                                          <p:attrName>ppt_x</p:attrName>
                                        </p:attrNameLst>
                                      </p:cBhvr>
                                      <p:tavLst>
                                        <p:tav tm="0">
                                          <p:val>
                                            <p:strVal val="0-#ppt_w/2"/>
                                          </p:val>
                                        </p:tav>
                                        <p:tav tm="100000">
                                          <p:val>
                                            <p:strVal val="#ppt_x"/>
                                          </p:val>
                                        </p:tav>
                                      </p:tavLst>
                                    </p:anim>
                                    <p:anim calcmode="lin" valueType="num">
                                      <p:cBhvr additive="base">
                                        <p:cTn id="26" dur="500" fill="hold"/>
                                        <p:tgtEl>
                                          <p:spTgt spid="6">
                                            <p:txEl>
                                              <p:pRg st="3" end="3"/>
                                            </p:txEl>
                                          </p:spTgt>
                                        </p:tgtEl>
                                        <p:attrNameLst>
                                          <p:attrName>ppt_y</p:attrName>
                                        </p:attrNameLst>
                                      </p:cBhvr>
                                      <p:tavLst>
                                        <p:tav tm="0">
                                          <p:val>
                                            <p:strVal val="0-#ppt_h/2"/>
                                          </p:val>
                                        </p:tav>
                                        <p:tav tm="100000">
                                          <p:val>
                                            <p:strVal val="#ppt_y"/>
                                          </p:val>
                                        </p:tav>
                                      </p:tavLst>
                                    </p:anim>
                                  </p:childTnLst>
                                </p:cTn>
                              </p:par>
                            </p:childTnLst>
                          </p:cTn>
                        </p:par>
                      </p:childTnLst>
                    </p:cTn>
                  </p:par>
                  <p:par>
                    <p:cTn id="27" fill="hold">
                      <p:stCondLst>
                        <p:cond delay="indefinite"/>
                      </p:stCondLst>
                      <p:childTnLst>
                        <p:par>
                          <p:cTn id="28" fill="hold">
                            <p:stCondLst>
                              <p:cond delay="0"/>
                            </p:stCondLst>
                            <p:childTnLst>
                              <p:par>
                                <p:cTn id="29" presetID="2" presetClass="entr" presetSubtype="9" fill="hold" grpId="0" nodeType="clickEffect">
                                  <p:stCondLst>
                                    <p:cond delay="0"/>
                                  </p:stCondLst>
                                  <p:childTnLst>
                                    <p:set>
                                      <p:cBhvr>
                                        <p:cTn id="30" dur="1" fill="hold">
                                          <p:stCondLst>
                                            <p:cond delay="0"/>
                                          </p:stCondLst>
                                        </p:cTn>
                                        <p:tgtEl>
                                          <p:spTgt spid="6">
                                            <p:txEl>
                                              <p:pRg st="4" end="4"/>
                                            </p:txEl>
                                          </p:spTgt>
                                        </p:tgtEl>
                                        <p:attrNameLst>
                                          <p:attrName>style.visibility</p:attrName>
                                        </p:attrNameLst>
                                      </p:cBhvr>
                                      <p:to>
                                        <p:strVal val="visible"/>
                                      </p:to>
                                    </p:set>
                                    <p:anim calcmode="lin" valueType="num">
                                      <p:cBhvr additive="base">
                                        <p:cTn id="31" dur="500" fill="hold"/>
                                        <p:tgtEl>
                                          <p:spTgt spid="6">
                                            <p:txEl>
                                              <p:pRg st="4" end="4"/>
                                            </p:txEl>
                                          </p:spTgt>
                                        </p:tgtEl>
                                        <p:attrNameLst>
                                          <p:attrName>ppt_x</p:attrName>
                                        </p:attrNameLst>
                                      </p:cBhvr>
                                      <p:tavLst>
                                        <p:tav tm="0">
                                          <p:val>
                                            <p:strVal val="0-#ppt_w/2"/>
                                          </p:val>
                                        </p:tav>
                                        <p:tav tm="100000">
                                          <p:val>
                                            <p:strVal val="#ppt_x"/>
                                          </p:val>
                                        </p:tav>
                                      </p:tavLst>
                                    </p:anim>
                                    <p:anim calcmode="lin" valueType="num">
                                      <p:cBhvr additive="base">
                                        <p:cTn id="32" dur="500" fill="hold"/>
                                        <p:tgtEl>
                                          <p:spTgt spid="6">
                                            <p:txEl>
                                              <p:pRg st="4" end="4"/>
                                            </p:txEl>
                                          </p:spTgt>
                                        </p:tgtEl>
                                        <p:attrNameLst>
                                          <p:attrName>ppt_y</p:attrName>
                                        </p:attrNameLst>
                                      </p:cBhvr>
                                      <p:tavLst>
                                        <p:tav tm="0">
                                          <p:val>
                                            <p:strVal val="0-#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build="p"/>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XCFicdb88EK18Ycfo4vtng==|2393"/>
          <p:cNvSpPr>
            <a:spLocks noGrp="1"/>
          </p:cNvSpPr>
          <p:nvPr>
            <p:ph type="title"/>
          </p:nvPr>
        </p:nvSpPr>
        <p:spPr/>
        <p:txBody>
          <a:bodyPr/>
          <a:lstStyle/>
          <a:p>
            <a:r>
              <a:rPr lang="en-US" dirty="0"/>
              <a:t>Lifeline Medical Services Call Button</a:t>
            </a:r>
          </a:p>
        </p:txBody>
      </p:sp>
      <p:sp>
        <p:nvSpPr>
          <p:cNvPr id="6" name="Content Placeholder 5                                                                                                                                                                                                                                                                                 |XCFicdb88EK18Ycfo4vtng==|2393"/>
          <p:cNvSpPr>
            <a:spLocks noGrp="1"/>
          </p:cNvSpPr>
          <p:nvPr>
            <p:ph idx="1"/>
          </p:nvPr>
        </p:nvSpPr>
        <p:spPr>
          <a:xfrm>
            <a:off x="838199" y="1825625"/>
            <a:ext cx="8357315" cy="2194560"/>
          </a:xfrm>
        </p:spPr>
        <p:txBody>
          <a:bodyPr>
            <a:normAutofit/>
          </a:bodyPr>
          <a:lstStyle/>
          <a:p>
            <a:r>
              <a:rPr lang="en-US" dirty="0"/>
              <a:t>Staffed 24/7</a:t>
            </a:r>
          </a:p>
          <a:p>
            <a:r>
              <a:rPr lang="en-US" dirty="0"/>
              <a:t>Simple Push-to-Call Button</a:t>
            </a:r>
          </a:p>
          <a:p>
            <a:r>
              <a:rPr lang="en-US" dirty="0"/>
              <a:t>Can be worn or placed anywhere in the user’s home</a:t>
            </a:r>
          </a:p>
          <a:p>
            <a:r>
              <a:rPr lang="en-US" dirty="0"/>
              <a:t>Flat-rate pricing that is affordable! Insurance accepted!</a:t>
            </a:r>
          </a:p>
        </p:txBody>
      </p:sp>
      <p:sp>
        <p:nvSpPr>
          <p:cNvPr id="3" name="Oval 2"/>
          <p:cNvSpPr/>
          <p:nvPr/>
        </p:nvSpPr>
        <p:spPr>
          <a:xfrm>
            <a:off x="9677400" y="1825625"/>
            <a:ext cx="2514600" cy="2514600"/>
          </a:xfrm>
          <a:prstGeom prst="ellipse">
            <a:avLst/>
          </a:prstGeom>
        </p:spPr>
        <p:style>
          <a:lnRef idx="0">
            <a:schemeClr val="accent1"/>
          </a:lnRef>
          <a:fillRef idx="3">
            <a:schemeClr val="accent1"/>
          </a:fillRef>
          <a:effectRef idx="2">
            <a:schemeClr val="accent1"/>
          </a:effectRef>
          <a:fontRef idx="minor">
            <a:schemeClr val="lt1"/>
          </a:fontRef>
        </p:style>
        <p:txBody>
          <a:bodyPr rtlCol="0" anchor="ctr"/>
          <a:lstStyle/>
          <a:p>
            <a:pPr algn="ctr"/>
            <a:r>
              <a:rPr lang="en-US" dirty="0"/>
              <a:t>LMS Call Button</a:t>
            </a:r>
          </a:p>
        </p:txBody>
      </p:sp>
      <p:pic>
        <p:nvPicPr>
          <p:cNvPr id="2" name="Picture 1"/>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838199" y="3756050"/>
            <a:ext cx="7077456" cy="3104172"/>
          </a:xfrm>
          <a:prstGeom prst="ellipse">
            <a:avLst/>
          </a:prstGeom>
          <a:effectLst>
            <a:softEdge rad="112500"/>
          </a:effectLst>
        </p:spPr>
      </p:pic>
      <p:sp>
        <p:nvSpPr>
          <p:cNvPr id="20" name="Date Placeholder 19"/>
          <p:cNvSpPr>
            <a:spLocks noGrp="1"/>
          </p:cNvSpPr>
          <p:nvPr>
            <p:ph type="dt" sz="half" idx="10"/>
          </p:nvPr>
        </p:nvSpPr>
        <p:spPr/>
        <p:txBody>
          <a:bodyPr/>
          <a:lstStyle/>
          <a:p>
            <a:fld id="{87C5E4AA-B42B-43B4-9314-F26E32E97B8E}" type="datetime1">
              <a:rPr lang="en-US"/>
              <a:t>10/13/26</a:t>
            </a:fld>
            <a:endParaRPr lang="en-US" dirty="0"/>
          </a:p>
        </p:txBody>
      </p:sp>
      <p:sp>
        <p:nvSpPr>
          <p:cNvPr id="21" name="Footer Placeholder 20"/>
          <p:cNvSpPr>
            <a:spLocks noGrp="1"/>
          </p:cNvSpPr>
          <p:nvPr>
            <p:ph type="ftr" sz="quarter" idx="11"/>
          </p:nvPr>
        </p:nvSpPr>
        <p:spPr/>
        <p:txBody>
          <a:bodyPr/>
          <a:lstStyle/>
          <a:p>
            <a:r>
              <a:rPr lang="en-US" dirty="0"/>
              <a:t>Lifeline Medical</a:t>
            </a:r>
          </a:p>
        </p:txBody>
      </p:sp>
    </p:spTree>
    <p:extLst>
      <p:ext uri="{BB962C8B-B14F-4D97-AF65-F5344CB8AC3E}">
        <p14:creationId xmlns:p14="http://schemas.microsoft.com/office/powerpoint/2010/main" val="1296663162"/>
      </p:ext>
    </p:extLst>
  </p:cSld>
  <p:clrMapOvr>
    <a:masterClrMapping/>
  </p:clrMapOvr>
  <mc:AlternateContent xmlns:mc="http://schemas.openxmlformats.org/markup-compatibility/2006" xmlns:p14="http://schemas.microsoft.com/office/powerpoint/2010/main">
    <mc:Choice Requires="p14">
      <p:transition spd="slow" p14:dur="1250">
        <p14:switch dir="r"/>
      </p:transition>
    </mc:Choice>
    <mc:Fallback xmlns="">
      <p:transition spd="slow">
        <p:fade/>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XCFicdb88EK18Ycfo4vtng==|2393"/>
          <p:cNvSpPr>
            <a:spLocks noGrp="1"/>
          </p:cNvSpPr>
          <p:nvPr>
            <p:ph type="title"/>
          </p:nvPr>
        </p:nvSpPr>
        <p:spPr/>
        <p:txBody>
          <a:bodyPr/>
          <a:lstStyle/>
          <a:p>
            <a:r>
              <a:rPr lang="en-US" dirty="0"/>
              <a:t>Location</a:t>
            </a:r>
          </a:p>
        </p:txBody>
      </p:sp>
      <p:pic>
        <p:nvPicPr>
          <p:cNvPr id="8" name="Content Placeholder 7                                                                                                                                                                                                                                                                                 |XCFicdb88EK18Ycfo4vtng==|2393"/>
          <p:cNvPicPr>
            <a:picLocks noGrp="1" noChangeAspect="1"/>
          </p:cNvPicPr>
          <p:nvPr>
            <p:ph idx="1"/>
          </p:nvPr>
        </p:nvPicPr>
        <p:blipFill>
          <a:blip r:embed="rId2" cstate="print">
            <a:extLst>
              <a:ext uri="{28A0092B-C50C-407E-A947-70E740481C1C}">
                <a14:useLocalDpi xmlns:a14="http://schemas.microsoft.com/office/drawing/2010/main" val="0"/>
              </a:ext>
            </a:extLst>
          </a:blip>
          <a:stretch>
            <a:fillRect/>
          </a:stretch>
        </p:blipFill>
        <p:spPr>
          <a:xfrm>
            <a:off x="5636213" y="1470417"/>
            <a:ext cx="6199600" cy="4133066"/>
          </a:xfrm>
        </p:spPr>
      </p:pic>
      <p:sp>
        <p:nvSpPr>
          <p:cNvPr id="6" name="Text Placeholder 5                                                                                                                                                                                                                                                                                 |XCFicdb88EK18Ycfo4vtng==|2393"/>
          <p:cNvSpPr>
            <a:spLocks noGrp="1"/>
          </p:cNvSpPr>
          <p:nvPr>
            <p:ph type="body" sz="half" idx="2"/>
          </p:nvPr>
        </p:nvSpPr>
        <p:spPr/>
        <p:txBody>
          <a:bodyPr/>
          <a:lstStyle/>
          <a:p>
            <a:r>
              <a:rPr lang="en-US" dirty="0"/>
              <a:t>Lifeline Medical Services is located in the heart of downtown Hartford. We service the greater Hartford. We are looking to expand into other portions of the state. </a:t>
            </a:r>
          </a:p>
          <a:p>
            <a:r>
              <a:rPr lang="en-US" dirty="0"/>
              <a:t>Where will our investors help us to head next?</a:t>
            </a:r>
          </a:p>
        </p:txBody>
      </p:sp>
      <p:sp>
        <p:nvSpPr>
          <p:cNvPr id="13" name="Oval 12"/>
          <p:cNvSpPr/>
          <p:nvPr/>
        </p:nvSpPr>
        <p:spPr>
          <a:xfrm>
            <a:off x="6089904" y="2752344"/>
            <a:ext cx="137160" cy="137160"/>
          </a:xfrm>
          <a:prstGeom prst="ellipse">
            <a:avLst/>
          </a:prstGeom>
          <a:solidFill>
            <a:schemeClr val="bg1"/>
          </a:soli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4" name="Rectangle 13"/>
          <p:cNvSpPr/>
          <p:nvPr/>
        </p:nvSpPr>
        <p:spPr>
          <a:xfrm>
            <a:off x="7429500" y="1975104"/>
            <a:ext cx="914400" cy="914400"/>
          </a:xfrm>
          <a:prstGeom prst="rect">
            <a:avLst/>
          </a:prstGeom>
          <a:solidFill>
            <a:schemeClr val="bg1">
              <a:lumMod val="50000"/>
            </a:schemeClr>
          </a:solidFill>
          <a:ln w="3810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We are here!</a:t>
            </a:r>
          </a:p>
        </p:txBody>
      </p:sp>
      <p:sp>
        <p:nvSpPr>
          <p:cNvPr id="2" name="Date Placeholder 1                                                                                                                                                                                                                                                                                 |XCFicdb88EK18Ycfo4vtng==|2393"/>
          <p:cNvSpPr>
            <a:spLocks noGrp="1"/>
          </p:cNvSpPr>
          <p:nvPr>
            <p:ph type="dt" sz="half" idx="10"/>
          </p:nvPr>
        </p:nvSpPr>
        <p:spPr/>
        <p:txBody>
          <a:bodyPr/>
          <a:lstStyle/>
          <a:p>
            <a:fld id="{87C5E4AA-B42B-43B4-9314-F26E32E97B8E}" type="datetime1">
              <a:rPr lang="en-US" smtClean="0"/>
              <a:t>10/13/26</a:t>
            </a:fld>
            <a:endParaRPr lang="en-US" dirty="0"/>
          </a:p>
        </p:txBody>
      </p:sp>
      <p:sp>
        <p:nvSpPr>
          <p:cNvPr id="3" name="Footer Placeholder 2                                                                                                                                                                                                                                                                                 |XCFicdb88EK18Ycfo4vtng==|2393"/>
          <p:cNvSpPr>
            <a:spLocks noGrp="1"/>
          </p:cNvSpPr>
          <p:nvPr>
            <p:ph type="ftr" sz="quarter" idx="11"/>
          </p:nvPr>
        </p:nvSpPr>
        <p:spPr/>
        <p:txBody>
          <a:bodyPr/>
          <a:lstStyle/>
          <a:p>
            <a:r>
              <a:rPr lang="en-US" dirty="0"/>
              <a:t>Lifeline Medical</a:t>
            </a:r>
          </a:p>
        </p:txBody>
      </p:sp>
    </p:spTree>
    <p:extLst>
      <p:ext uri="{BB962C8B-B14F-4D97-AF65-F5344CB8AC3E}">
        <p14:creationId xmlns:p14="http://schemas.microsoft.com/office/powerpoint/2010/main" val="306303384"/>
      </p:ext>
    </p:extLst>
  </p:cSld>
  <p:clrMapOvr>
    <a:masterClrMapping/>
  </p:clrMapOvr>
  <mc:AlternateContent xmlns:mc="http://schemas.openxmlformats.org/markup-compatibility/2006" xmlns:p14="http://schemas.microsoft.com/office/powerpoint/2010/main">
    <mc:Choice Requires="p14">
      <p:transition spd="slow" p14:dur="1250">
        <p14:switch dir="r"/>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6" presetClass="emph" presetSubtype="0" fill="hold" grpId="0" nodeType="clickEffect">
                                  <p:stCondLst>
                                    <p:cond delay="500"/>
                                  </p:stCondLst>
                                  <p:childTnLst>
                                    <p:animScale>
                                      <p:cBhvr>
                                        <p:cTn id="6" dur="3000" fill="hold"/>
                                        <p:tgtEl>
                                          <p:spTgt spid="14"/>
                                        </p:tgtEl>
                                      </p:cBhvr>
                                      <p:by x="150000" y="150000"/>
                                    </p:animScale>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 grpId="0" animBg="1"/>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XCFicdb88EK18Ycfo4vtng==|2393"/>
          <p:cNvSpPr>
            <a:spLocks noGrp="1"/>
          </p:cNvSpPr>
          <p:nvPr>
            <p:ph type="title"/>
          </p:nvPr>
        </p:nvSpPr>
        <p:spPr/>
        <p:txBody>
          <a:bodyPr>
            <a:normAutofit/>
          </a:bodyPr>
          <a:lstStyle/>
          <a:p>
            <a:r>
              <a:rPr lang="en-US" dirty="0"/>
              <a:t>Investment Needs</a:t>
            </a:r>
          </a:p>
        </p:txBody>
      </p:sp>
      <p:pic>
        <p:nvPicPr>
          <p:cNvPr id="8" name="Content Placeholder 7                                                                                                                                                                                                                                                                                 |XCFicdb88EK18Ycfo4vtng==|2393"/>
          <p:cNvPicPr>
            <a:picLocks noGrp="1" noChangeAspect="1"/>
          </p:cNvPicPr>
          <p:nvPr>
            <p:ph sz="half" idx="1"/>
          </p:nvPr>
        </p:nvPicPr>
        <p:blipFill>
          <a:blip r:embed="rId2" cstate="print">
            <a:extLst>
              <a:ext uri="{28A0092B-C50C-407E-A947-70E740481C1C}">
                <a14:useLocalDpi xmlns:a14="http://schemas.microsoft.com/office/drawing/2010/main" val="0"/>
              </a:ext>
            </a:extLst>
          </a:blip>
          <a:stretch>
            <a:fillRect/>
          </a:stretch>
        </p:blipFill>
        <p:spPr>
          <a:xfrm>
            <a:off x="1024128" y="2173223"/>
            <a:ext cx="4754880" cy="3169920"/>
          </a:xfrm>
        </p:spPr>
      </p:pic>
      <p:sp>
        <p:nvSpPr>
          <p:cNvPr id="7" name="Content Placeholder 6                                                                                                                                                                                                                                                                                 |XCFicdb88EK18Ycfo4vtng==|2393"/>
          <p:cNvSpPr>
            <a:spLocks noGrp="1"/>
          </p:cNvSpPr>
          <p:nvPr>
            <p:ph sz="half" idx="2"/>
          </p:nvPr>
        </p:nvSpPr>
        <p:spPr>
          <a:xfrm>
            <a:off x="5989319" y="2322576"/>
            <a:ext cx="5421363" cy="3291840"/>
          </a:xfrm>
        </p:spPr>
        <p:txBody>
          <a:bodyPr>
            <a:normAutofit/>
          </a:bodyPr>
          <a:lstStyle/>
          <a:p>
            <a:r>
              <a:rPr lang="en-US" dirty="0"/>
              <a:t>Funds to upgrade phone system</a:t>
            </a:r>
          </a:p>
          <a:p>
            <a:r>
              <a:rPr lang="en-US" dirty="0"/>
              <a:t>Funding for more nurse training</a:t>
            </a:r>
          </a:p>
          <a:p>
            <a:r>
              <a:rPr lang="en-US" dirty="0"/>
              <a:t>Funding to establish a second call center</a:t>
            </a:r>
          </a:p>
          <a:p>
            <a:r>
              <a:rPr lang="en-US" dirty="0"/>
              <a:t>Resources to establish partnerships with other hospitals</a:t>
            </a:r>
          </a:p>
          <a:p>
            <a:r>
              <a:rPr lang="en-US" dirty="0"/>
              <a:t>Funds for Lifeline™ Marketing</a:t>
            </a:r>
          </a:p>
          <a:p>
            <a:pPr marL="0" indent="0">
              <a:buNone/>
            </a:pPr>
            <a:endParaRPr lang="en-US" dirty="0"/>
          </a:p>
        </p:txBody>
      </p:sp>
      <p:sp>
        <p:nvSpPr>
          <p:cNvPr id="20" name="Date Placeholder 19"/>
          <p:cNvSpPr>
            <a:spLocks noGrp="1"/>
          </p:cNvSpPr>
          <p:nvPr>
            <p:ph type="dt" sz="half" idx="10"/>
          </p:nvPr>
        </p:nvSpPr>
        <p:spPr/>
        <p:txBody>
          <a:bodyPr/>
          <a:lstStyle/>
          <a:p>
            <a:fld id="{87C5E4AA-B42B-43B4-9314-F26E32E97B8E}" type="datetime1">
              <a:rPr lang="en-US"/>
              <a:t>10/13/26</a:t>
            </a:fld>
            <a:endParaRPr lang="en-US" dirty="0"/>
          </a:p>
        </p:txBody>
      </p:sp>
      <p:sp>
        <p:nvSpPr>
          <p:cNvPr id="21" name="Footer Placeholder 20"/>
          <p:cNvSpPr>
            <a:spLocks noGrp="1"/>
          </p:cNvSpPr>
          <p:nvPr>
            <p:ph type="ftr" sz="quarter" idx="11"/>
          </p:nvPr>
        </p:nvSpPr>
        <p:spPr/>
        <p:txBody>
          <a:bodyPr/>
          <a:lstStyle/>
          <a:p>
            <a:r>
              <a:rPr lang="en-US" dirty="0"/>
              <a:t>Lifeline Medical</a:t>
            </a:r>
          </a:p>
        </p:txBody>
      </p:sp>
    </p:spTree>
    <p:extLst>
      <p:ext uri="{BB962C8B-B14F-4D97-AF65-F5344CB8AC3E}">
        <p14:creationId xmlns:p14="http://schemas.microsoft.com/office/powerpoint/2010/main" val="2787191853"/>
      </p:ext>
    </p:extLst>
  </p:cSld>
  <p:clrMapOvr>
    <a:masterClrMapping/>
  </p:clrMapOvr>
  <mc:AlternateContent xmlns:mc="http://schemas.openxmlformats.org/markup-compatibility/2006" xmlns:p14="http://schemas.microsoft.com/office/powerpoint/2010/main">
    <mc:Choice Requires="p14">
      <p:transition spd="slow" p14:dur="1250">
        <p14:switch dir="r"/>
      </p:transition>
    </mc:Choice>
    <mc:Fallback xmlns="">
      <p:transition spd="slow">
        <p:fade/>
      </p:transition>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XCFicdb88EK18Ycfo4vtng==|2393"/>
          <p:cNvSpPr>
            <a:spLocks noGrp="1"/>
          </p:cNvSpPr>
          <p:nvPr>
            <p:ph type="title"/>
          </p:nvPr>
        </p:nvSpPr>
        <p:spPr/>
        <p:txBody>
          <a:bodyPr/>
          <a:lstStyle/>
          <a:p>
            <a:r>
              <a:rPr lang="en-US" dirty="0"/>
              <a:t>Highest Level of Investment Need</a:t>
            </a:r>
          </a:p>
        </p:txBody>
      </p:sp>
      <p:pic>
        <p:nvPicPr>
          <p:cNvPr id="8" name="Support_PPT19_2a_Ambulance">
            <a:hlinkClick r:id="" action="ppaction://media"/>
          </p:cNvPr>
          <p:cNvPicPr>
            <a:picLocks noGrp="1" noChangeAspect="1"/>
          </p:cNvPicPr>
          <p:nvPr>
            <p:ph idx="1"/>
            <a:videoFile r:link="rId2"/>
            <p:extLst>
              <p:ext uri="{DAA4B4D4-6D71-4841-9C94-3DE7FCFB9230}">
                <p14:media xmlns:p14="http://schemas.microsoft.com/office/powerpoint/2010/main" r:embed="rId1"/>
              </p:ext>
            </p:extLst>
          </p:nvPr>
        </p:nvPicPr>
        <p:blipFill>
          <a:blip r:embed="rId4"/>
          <a:stretch>
            <a:fillRect/>
          </a:stretch>
        </p:blipFill>
        <p:spPr>
          <a:xfrm>
            <a:off x="609600" y="1754747"/>
            <a:ext cx="5943600" cy="3348507"/>
          </a:xfrm>
        </p:spPr>
      </p:pic>
      <p:sp>
        <p:nvSpPr>
          <p:cNvPr id="7" name="Text Placeholder 6                                                                                                                                                                                                                                                                                 |XCFicdb88EK18Ycfo4vtng==|2393"/>
          <p:cNvSpPr>
            <a:spLocks noGrp="1"/>
          </p:cNvSpPr>
          <p:nvPr>
            <p:ph type="body" sz="half" idx="2"/>
          </p:nvPr>
        </p:nvSpPr>
        <p:spPr/>
        <p:txBody>
          <a:bodyPr/>
          <a:lstStyle/>
          <a:p>
            <a:r>
              <a:rPr lang="en-US" dirty="0"/>
              <a:t>We highly value our transport partnership with the local EMS. It is important that we are able to have funds available to establish new partnerships in future service zones prior to launching in a new area. </a:t>
            </a:r>
          </a:p>
        </p:txBody>
      </p:sp>
      <p:sp>
        <p:nvSpPr>
          <p:cNvPr id="9" name="Date Placeholder 8"/>
          <p:cNvSpPr>
            <a:spLocks noGrp="1"/>
          </p:cNvSpPr>
          <p:nvPr>
            <p:ph type="dt" sz="half" idx="10"/>
          </p:nvPr>
        </p:nvSpPr>
        <p:spPr>
          <a:xfrm>
            <a:off x="9067800" y="6465885"/>
            <a:ext cx="1066800" cy="239715"/>
          </a:xfrm>
        </p:spPr>
        <p:txBody>
          <a:bodyPr/>
          <a:lstStyle/>
          <a:p>
            <a:fld id="{87C5E4AA-B42B-43B4-9314-F26E32E97B8E}" type="datetime1">
              <a:rPr lang="en-US"/>
              <a:t>10/13/26</a:t>
            </a:fld>
            <a:endParaRPr lang="en-US" dirty="0"/>
          </a:p>
        </p:txBody>
      </p:sp>
      <p:sp>
        <p:nvSpPr>
          <p:cNvPr id="10" name="Footer Placeholder 9"/>
          <p:cNvSpPr>
            <a:spLocks noGrp="1"/>
          </p:cNvSpPr>
          <p:nvPr>
            <p:ph type="ftr" sz="quarter" idx="11"/>
          </p:nvPr>
        </p:nvSpPr>
        <p:spPr>
          <a:xfrm>
            <a:off x="1066800" y="6481760"/>
            <a:ext cx="7848600" cy="239715"/>
          </a:xfrm>
        </p:spPr>
        <p:txBody>
          <a:bodyPr/>
          <a:lstStyle/>
          <a:p>
            <a:r>
              <a:rPr lang="en-US" dirty="0"/>
              <a:t>Lifeline Medical</a:t>
            </a:r>
          </a:p>
        </p:txBody>
      </p:sp>
    </p:spTree>
    <p:extLst>
      <p:ext uri="{BB962C8B-B14F-4D97-AF65-F5344CB8AC3E}">
        <p14:creationId xmlns:p14="http://schemas.microsoft.com/office/powerpoint/2010/main" val="699507971"/>
      </p:ext>
    </p:extLst>
  </p:cSld>
  <p:clrMapOvr>
    <a:masterClrMapping/>
  </p:clrMapOvr>
  <mc:AlternateContent xmlns:mc="http://schemas.openxmlformats.org/markup-compatibility/2006" xmlns:p14="http://schemas.microsoft.com/office/powerpoint/2010/main">
    <mc:Choice Requires="p14">
      <p:transition spd="slow" p14:dur="1250">
        <p14:switch dir="r"/>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4565" fill="hold"/>
                                        <p:tgtEl>
                                          <p:spTgt spid="8"/>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0" mute="1">
                <p:cTn id="7" repeatCount="indefinite" fill="hold" display="0">
                  <p:stCondLst>
                    <p:cond delay="indefinite"/>
                  </p:stCondLst>
                </p:cTn>
                <p:tgtEl>
                  <p:spTgt spid="8"/>
                </p:tgtEl>
              </p:cMediaNode>
            </p:video>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XCFicdb88EK18Ycfo4vtng==|2393"/>
          <p:cNvSpPr>
            <a:spLocks noGrp="1"/>
          </p:cNvSpPr>
          <p:nvPr>
            <p:ph type="title"/>
          </p:nvPr>
        </p:nvSpPr>
        <p:spPr/>
        <p:txBody>
          <a:bodyPr/>
          <a:lstStyle/>
          <a:p>
            <a:r>
              <a:rPr lang="en-US" dirty="0"/>
              <a:t>Service Usage Increase</a:t>
            </a:r>
          </a:p>
        </p:txBody>
      </p:sp>
      <p:graphicFrame>
        <p:nvGraphicFramePr>
          <p:cNvPr id="7" name="Content Placeholder 5"/>
          <p:cNvGraphicFramePr>
            <a:graphicFrameLocks noGrp="1"/>
          </p:cNvGraphicFramePr>
          <p:nvPr>
            <p:ph idx="1"/>
          </p:nvPr>
        </p:nvGraphicFramePr>
        <p:xfrm>
          <a:off x="1524000" y="1828799"/>
          <a:ext cx="9144000" cy="1483360"/>
        </p:xfrm>
        <a:graphic>
          <a:graphicData uri="http://schemas.openxmlformats.org/drawingml/2006/table">
            <a:tbl>
              <a:tblPr firstRow="1" bandRow="1">
                <a:tableStyleId>{5C22544A-7EE6-4342-B048-85BDC9FD1C3A}</a:tableStyleId>
              </a:tblPr>
              <a:tblGrid>
                <a:gridCol w="4572000">
                  <a:extLst>
                    <a:ext uri="{9D8B030D-6E8A-4147-A177-3AD203B41FA5}">
                      <a16:colId xmlns:a16="http://schemas.microsoft.com/office/drawing/2014/main" val="20000"/>
                    </a:ext>
                  </a:extLst>
                </a:gridCol>
                <a:gridCol w="4572000">
                  <a:extLst>
                    <a:ext uri="{9D8B030D-6E8A-4147-A177-3AD203B41FA5}">
                      <a16:colId xmlns:a16="http://schemas.microsoft.com/office/drawing/2014/main" val="20001"/>
                    </a:ext>
                  </a:extLst>
                </a:gridCol>
              </a:tblGrid>
              <a:tr h="370840">
                <a:tc>
                  <a:txBody>
                    <a:bodyPr/>
                    <a:lstStyle/>
                    <a:p>
                      <a:r>
                        <a:rPr lang="en-US" dirty="0"/>
                        <a:t>Year</a:t>
                      </a:r>
                    </a:p>
                  </a:txBody>
                  <a:tcPr/>
                </a:tc>
                <a:tc>
                  <a:txBody>
                    <a:bodyPr/>
                    <a:lstStyle/>
                    <a:p>
                      <a:r>
                        <a:rPr lang="en-US" dirty="0"/>
                        <a:t>Total Calls</a:t>
                      </a:r>
                    </a:p>
                  </a:txBody>
                  <a:tcPr/>
                </a:tc>
                <a:extLst>
                  <a:ext uri="{0D108BD9-81ED-4DB2-BD59-A6C34878D82A}">
                    <a16:rowId xmlns:a16="http://schemas.microsoft.com/office/drawing/2014/main" val="10000"/>
                  </a:ext>
                </a:extLst>
              </a:tr>
              <a:tr h="370840">
                <a:tc>
                  <a:txBody>
                    <a:bodyPr/>
                    <a:lstStyle/>
                    <a:p>
                      <a:r>
                        <a:rPr lang="en-US" dirty="0"/>
                        <a:t>2017</a:t>
                      </a:r>
                    </a:p>
                  </a:txBody>
                  <a:tcPr/>
                </a:tc>
                <a:tc>
                  <a:txBody>
                    <a:bodyPr/>
                    <a:lstStyle/>
                    <a:p>
                      <a:r>
                        <a:rPr lang="en-US" dirty="0"/>
                        <a:t>439</a:t>
                      </a:r>
                    </a:p>
                  </a:txBody>
                  <a:tcPr/>
                </a:tc>
                <a:extLst>
                  <a:ext uri="{0D108BD9-81ED-4DB2-BD59-A6C34878D82A}">
                    <a16:rowId xmlns:a16="http://schemas.microsoft.com/office/drawing/2014/main" val="10001"/>
                  </a:ext>
                </a:extLst>
              </a:tr>
              <a:tr h="370840">
                <a:tc>
                  <a:txBody>
                    <a:bodyPr/>
                    <a:lstStyle/>
                    <a:p>
                      <a:r>
                        <a:rPr lang="en-US" dirty="0"/>
                        <a:t>2016</a:t>
                      </a:r>
                    </a:p>
                  </a:txBody>
                  <a:tcPr/>
                </a:tc>
                <a:tc>
                  <a:txBody>
                    <a:bodyPr/>
                    <a:lstStyle/>
                    <a:p>
                      <a:r>
                        <a:rPr lang="en-US" dirty="0"/>
                        <a:t>221</a:t>
                      </a:r>
                    </a:p>
                  </a:txBody>
                  <a:tcPr/>
                </a:tc>
                <a:extLst>
                  <a:ext uri="{0D108BD9-81ED-4DB2-BD59-A6C34878D82A}">
                    <a16:rowId xmlns:a16="http://schemas.microsoft.com/office/drawing/2014/main" val="10002"/>
                  </a:ext>
                </a:extLst>
              </a:tr>
              <a:tr h="370840">
                <a:tc>
                  <a:txBody>
                    <a:bodyPr/>
                    <a:lstStyle/>
                    <a:p>
                      <a:r>
                        <a:rPr lang="en-US" dirty="0"/>
                        <a:t>2015</a:t>
                      </a:r>
                    </a:p>
                  </a:txBody>
                  <a:tcPr/>
                </a:tc>
                <a:tc>
                  <a:txBody>
                    <a:bodyPr/>
                    <a:lstStyle/>
                    <a:p>
                      <a:r>
                        <a:rPr lang="en-US" dirty="0"/>
                        <a:t>157</a:t>
                      </a:r>
                    </a:p>
                  </a:txBody>
                  <a:tcPr/>
                </a:tc>
                <a:extLst>
                  <a:ext uri="{0D108BD9-81ED-4DB2-BD59-A6C34878D82A}">
                    <a16:rowId xmlns:a16="http://schemas.microsoft.com/office/drawing/2014/main" val="10003"/>
                  </a:ext>
                </a:extLst>
              </a:tr>
            </a:tbl>
          </a:graphicData>
        </a:graphic>
      </p:graphicFrame>
      <p:sp>
        <p:nvSpPr>
          <p:cNvPr id="20" name="Date Placeholder 19"/>
          <p:cNvSpPr>
            <a:spLocks noGrp="1"/>
          </p:cNvSpPr>
          <p:nvPr>
            <p:ph type="dt" sz="half" idx="10"/>
          </p:nvPr>
        </p:nvSpPr>
        <p:spPr/>
        <p:txBody>
          <a:bodyPr/>
          <a:lstStyle/>
          <a:p>
            <a:fld id="{87C5E4AA-B42B-43B4-9314-F26E32E97B8E}" type="datetime1">
              <a:rPr lang="en-US"/>
              <a:t>10/13/26</a:t>
            </a:fld>
            <a:endParaRPr lang="en-US" dirty="0"/>
          </a:p>
        </p:txBody>
      </p:sp>
      <p:sp>
        <p:nvSpPr>
          <p:cNvPr id="21" name="Footer Placeholder 20"/>
          <p:cNvSpPr>
            <a:spLocks noGrp="1"/>
          </p:cNvSpPr>
          <p:nvPr>
            <p:ph type="ftr" sz="quarter" idx="11"/>
          </p:nvPr>
        </p:nvSpPr>
        <p:spPr/>
        <p:txBody>
          <a:bodyPr/>
          <a:lstStyle/>
          <a:p>
            <a:r>
              <a:rPr lang="en-US" dirty="0"/>
              <a:t>Lifeline Medical</a:t>
            </a:r>
          </a:p>
        </p:txBody>
      </p:sp>
    </p:spTree>
    <p:extLst>
      <p:ext uri="{BB962C8B-B14F-4D97-AF65-F5344CB8AC3E}">
        <p14:creationId xmlns:p14="http://schemas.microsoft.com/office/powerpoint/2010/main" val="502469343"/>
      </p:ext>
    </p:extLst>
  </p:cSld>
  <p:clrMapOvr>
    <a:masterClrMapping/>
  </p:clrMapOvr>
  <mc:AlternateContent xmlns:mc="http://schemas.openxmlformats.org/markup-compatibility/2006" xmlns:p14="http://schemas.microsoft.com/office/powerpoint/2010/main">
    <mc:Choice Requires="p14">
      <p:transition spd="slow" p14:dur="1250">
        <p14:switch dir="r"/>
      </p:transition>
    </mc:Choice>
    <mc:Fallback xmlns="">
      <p:transition spd="slow">
        <p:fade/>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XCFicdb88EK18Ycfo4vtng==|2393"/>
          <p:cNvSpPr>
            <a:spLocks noGrp="1"/>
          </p:cNvSpPr>
          <p:nvPr>
            <p:ph type="title"/>
          </p:nvPr>
        </p:nvSpPr>
        <p:spPr/>
        <p:txBody>
          <a:bodyPr/>
          <a:lstStyle/>
          <a:p>
            <a:r>
              <a:rPr lang="en-US" dirty="0"/>
              <a:t>Investment Levels</a:t>
            </a:r>
          </a:p>
        </p:txBody>
      </p:sp>
      <p:graphicFrame>
        <p:nvGraphicFramePr>
          <p:cNvPr id="6" name="Content Placeholder 5                                                                                                                                                                                                                                                                                 |XCFicdb88EK18Ycfo4vtng==|2393"/>
          <p:cNvGraphicFramePr>
            <a:graphicFrameLocks noGrp="1"/>
          </p:cNvGraphicFramePr>
          <p:nvPr>
            <p:ph idx="1"/>
            <p:extLst>
              <p:ext uri="{D42A27DB-BD31-4B8C-83A1-F6EECF244321}">
                <p14:modId xmlns:p14="http://schemas.microsoft.com/office/powerpoint/2010/main" val="2298422271"/>
              </p:ext>
            </p:extLst>
          </p:nvPr>
        </p:nvGraphicFramePr>
        <p:xfrm>
          <a:off x="1024128" y="2286000"/>
          <a:ext cx="9720072" cy="1810512"/>
        </p:xfrm>
        <a:graphic>
          <a:graphicData uri="http://schemas.openxmlformats.org/drawingml/2006/table">
            <a:tbl>
              <a:tblPr firstRow="1" bandRow="1">
                <a:tableStyleId>{72833802-FEF1-4C79-8D5D-14CF1EAF98D9}</a:tableStyleId>
              </a:tblPr>
              <a:tblGrid>
                <a:gridCol w="5724402">
                  <a:extLst>
                    <a:ext uri="{9D8B030D-6E8A-4147-A177-3AD203B41FA5}">
                      <a16:colId xmlns:a16="http://schemas.microsoft.com/office/drawing/2014/main" val="342887078"/>
                    </a:ext>
                  </a:extLst>
                </a:gridCol>
                <a:gridCol w="1661374">
                  <a:extLst>
                    <a:ext uri="{9D8B030D-6E8A-4147-A177-3AD203B41FA5}">
                      <a16:colId xmlns:a16="http://schemas.microsoft.com/office/drawing/2014/main" val="2814437063"/>
                    </a:ext>
                  </a:extLst>
                </a:gridCol>
                <a:gridCol w="2334296">
                  <a:extLst>
                    <a:ext uri="{9D8B030D-6E8A-4147-A177-3AD203B41FA5}">
                      <a16:colId xmlns:a16="http://schemas.microsoft.com/office/drawing/2014/main" val="810887216"/>
                    </a:ext>
                  </a:extLst>
                </a:gridCol>
              </a:tblGrid>
              <a:tr h="685800">
                <a:tc>
                  <a:txBody>
                    <a:bodyPr/>
                    <a:lstStyle/>
                    <a:p>
                      <a:pPr algn="ctr"/>
                      <a:r>
                        <a:rPr lang="en-US" dirty="0"/>
                        <a:t>Investment Level</a:t>
                      </a:r>
                    </a:p>
                  </a:txBody>
                  <a:tcPr anchor="ctr"/>
                </a:tc>
                <a:tc>
                  <a:txBody>
                    <a:bodyPr/>
                    <a:lstStyle/>
                    <a:p>
                      <a:pPr algn="ctr"/>
                      <a:r>
                        <a:rPr lang="en-US" dirty="0"/>
                        <a:t>Investment</a:t>
                      </a:r>
                    </a:p>
                  </a:txBody>
                  <a:tcPr anchor="ctr"/>
                </a:tc>
                <a:tc>
                  <a:txBody>
                    <a:bodyPr/>
                    <a:lstStyle/>
                    <a:p>
                      <a:pPr algn="ctr"/>
                      <a:r>
                        <a:rPr lang="en-US" dirty="0"/>
                        <a:t>Share</a:t>
                      </a:r>
                      <a:r>
                        <a:rPr lang="en-US" baseline="0" dirty="0"/>
                        <a:t> of Company</a:t>
                      </a:r>
                      <a:endParaRPr lang="en-US" dirty="0"/>
                    </a:p>
                  </a:txBody>
                  <a:tcPr anchor="ctr"/>
                </a:tc>
                <a:extLst>
                  <a:ext uri="{0D108BD9-81ED-4DB2-BD59-A6C34878D82A}">
                    <a16:rowId xmlns:a16="http://schemas.microsoft.com/office/drawing/2014/main" val="3272297484"/>
                  </a:ext>
                </a:extLst>
              </a:tr>
              <a:tr h="374904">
                <a:tc>
                  <a:txBody>
                    <a:bodyPr/>
                    <a:lstStyle/>
                    <a:p>
                      <a:r>
                        <a:rPr lang="en-US" dirty="0"/>
                        <a:t>Partner</a:t>
                      </a:r>
                    </a:p>
                  </a:txBody>
                  <a:tcPr>
                    <a:solidFill>
                      <a:schemeClr val="accent6">
                        <a:lumMod val="60000"/>
                        <a:lumOff val="40000"/>
                      </a:schemeClr>
                    </a:solidFill>
                  </a:tcPr>
                </a:tc>
                <a:tc>
                  <a:txBody>
                    <a:bodyPr/>
                    <a:lstStyle/>
                    <a:p>
                      <a:pPr algn="r"/>
                      <a:r>
                        <a:rPr lang="en-US" dirty="0"/>
                        <a:t>$100,000</a:t>
                      </a:r>
                    </a:p>
                  </a:txBody>
                  <a:tcPr>
                    <a:solidFill>
                      <a:schemeClr val="accent6">
                        <a:lumMod val="60000"/>
                        <a:lumOff val="40000"/>
                      </a:schemeClr>
                    </a:solidFill>
                  </a:tcPr>
                </a:tc>
                <a:tc>
                  <a:txBody>
                    <a:bodyPr/>
                    <a:lstStyle/>
                    <a:p>
                      <a:pPr algn="r"/>
                      <a:r>
                        <a:rPr lang="en-US" dirty="0"/>
                        <a:t>5%</a:t>
                      </a:r>
                    </a:p>
                  </a:txBody>
                  <a:tcPr>
                    <a:solidFill>
                      <a:schemeClr val="accent6">
                        <a:lumMod val="60000"/>
                        <a:lumOff val="40000"/>
                      </a:schemeClr>
                    </a:solidFill>
                  </a:tcPr>
                </a:tc>
                <a:extLst>
                  <a:ext uri="{0D108BD9-81ED-4DB2-BD59-A6C34878D82A}">
                    <a16:rowId xmlns:a16="http://schemas.microsoft.com/office/drawing/2014/main" val="3197799723"/>
                  </a:ext>
                </a:extLst>
              </a:tr>
              <a:tr h="374904">
                <a:tc>
                  <a:txBody>
                    <a:bodyPr/>
                    <a:lstStyle/>
                    <a:p>
                      <a:r>
                        <a:rPr lang="en-US" dirty="0"/>
                        <a:t>Visionary </a:t>
                      </a:r>
                    </a:p>
                  </a:txBody>
                  <a:tcPr/>
                </a:tc>
                <a:tc>
                  <a:txBody>
                    <a:bodyPr/>
                    <a:lstStyle/>
                    <a:p>
                      <a:pPr algn="r"/>
                      <a:r>
                        <a:rPr lang="en-US" dirty="0"/>
                        <a:t>$150,000</a:t>
                      </a:r>
                    </a:p>
                  </a:txBody>
                  <a:tcPr/>
                </a:tc>
                <a:tc>
                  <a:txBody>
                    <a:bodyPr/>
                    <a:lstStyle/>
                    <a:p>
                      <a:pPr algn="r"/>
                      <a:r>
                        <a:rPr lang="en-US" dirty="0"/>
                        <a:t>8%</a:t>
                      </a:r>
                    </a:p>
                  </a:txBody>
                  <a:tcPr/>
                </a:tc>
                <a:extLst>
                  <a:ext uri="{0D108BD9-81ED-4DB2-BD59-A6C34878D82A}">
                    <a16:rowId xmlns:a16="http://schemas.microsoft.com/office/drawing/2014/main" val="1852438604"/>
                  </a:ext>
                </a:extLst>
              </a:tr>
              <a:tr h="374904">
                <a:tc>
                  <a:txBody>
                    <a:bodyPr/>
                    <a:lstStyle/>
                    <a:p>
                      <a:r>
                        <a:rPr lang="en-US" dirty="0"/>
                        <a:t>Cornerstone</a:t>
                      </a:r>
                    </a:p>
                  </a:txBody>
                  <a:tcPr/>
                </a:tc>
                <a:tc>
                  <a:txBody>
                    <a:bodyPr/>
                    <a:lstStyle/>
                    <a:p>
                      <a:pPr algn="r"/>
                      <a:r>
                        <a:rPr lang="en-US" dirty="0"/>
                        <a:t>$250,000</a:t>
                      </a:r>
                    </a:p>
                  </a:txBody>
                  <a:tcPr/>
                </a:tc>
                <a:tc>
                  <a:txBody>
                    <a:bodyPr/>
                    <a:lstStyle/>
                    <a:p>
                      <a:pPr algn="r"/>
                      <a:r>
                        <a:rPr lang="en-US" dirty="0"/>
                        <a:t>12%</a:t>
                      </a:r>
                    </a:p>
                  </a:txBody>
                  <a:tcPr/>
                </a:tc>
                <a:extLst>
                  <a:ext uri="{0D108BD9-81ED-4DB2-BD59-A6C34878D82A}">
                    <a16:rowId xmlns:a16="http://schemas.microsoft.com/office/drawing/2014/main" val="2009772929"/>
                  </a:ext>
                </a:extLst>
              </a:tr>
            </a:tbl>
          </a:graphicData>
        </a:graphic>
      </p:graphicFrame>
      <p:sp>
        <p:nvSpPr>
          <p:cNvPr id="20" name="Date Placeholder 19"/>
          <p:cNvSpPr>
            <a:spLocks noGrp="1"/>
          </p:cNvSpPr>
          <p:nvPr>
            <p:ph type="dt" sz="half" idx="10"/>
          </p:nvPr>
        </p:nvSpPr>
        <p:spPr/>
        <p:txBody>
          <a:bodyPr/>
          <a:lstStyle/>
          <a:p>
            <a:fld id="{87C5E4AA-B42B-43B4-9314-F26E32E97B8E}" type="datetime1">
              <a:rPr lang="en-US"/>
              <a:t>10/13/26</a:t>
            </a:fld>
            <a:endParaRPr lang="en-US" dirty="0"/>
          </a:p>
        </p:txBody>
      </p:sp>
      <p:sp>
        <p:nvSpPr>
          <p:cNvPr id="21" name="Footer Placeholder 20"/>
          <p:cNvSpPr>
            <a:spLocks noGrp="1"/>
          </p:cNvSpPr>
          <p:nvPr>
            <p:ph type="ftr" sz="quarter" idx="11"/>
          </p:nvPr>
        </p:nvSpPr>
        <p:spPr/>
        <p:txBody>
          <a:bodyPr/>
          <a:lstStyle/>
          <a:p>
            <a:r>
              <a:rPr lang="en-US" dirty="0"/>
              <a:t>Lifeline Medical</a:t>
            </a:r>
          </a:p>
        </p:txBody>
      </p:sp>
    </p:spTree>
    <p:extLst>
      <p:ext uri="{BB962C8B-B14F-4D97-AF65-F5344CB8AC3E}">
        <p14:creationId xmlns:p14="http://schemas.microsoft.com/office/powerpoint/2010/main" val="314984099"/>
      </p:ext>
    </p:extLst>
  </p:cSld>
  <p:clrMapOvr>
    <a:masterClrMapping/>
  </p:clrMapOvr>
  <mc:AlternateContent xmlns:mc="http://schemas.openxmlformats.org/markup-compatibility/2006" xmlns:p14="http://schemas.microsoft.com/office/powerpoint/2010/main">
    <mc:Choice Requires="p14">
      <p:transition spd="slow" p14:dur="1250">
        <p14:switch dir="r"/>
      </p:transition>
    </mc:Choice>
    <mc:Fallback xmlns="">
      <p:transition spd="slow">
        <p:fade/>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XCFicdb88EK18Ycfo4vtng==|2393"/>
          <p:cNvSpPr>
            <a:spLocks noGrp="1"/>
          </p:cNvSpPr>
          <p:nvPr>
            <p:ph type="title"/>
          </p:nvPr>
        </p:nvSpPr>
        <p:spPr/>
        <p:txBody>
          <a:bodyPr/>
          <a:lstStyle/>
          <a:p>
            <a:r>
              <a:rPr lang="en-US" dirty="0"/>
              <a:t>Interested in Partnering with Us?</a:t>
            </a:r>
          </a:p>
        </p:txBody>
      </p:sp>
      <p:sp>
        <p:nvSpPr>
          <p:cNvPr id="3" name="Content Placeholder 2                                                                                                                                                                                                                                                                                 |XCFicdb88EK18Ycfo4vtng==|2393"/>
          <p:cNvSpPr>
            <a:spLocks noGrp="1"/>
          </p:cNvSpPr>
          <p:nvPr>
            <p:ph idx="1"/>
          </p:nvPr>
        </p:nvSpPr>
        <p:spPr/>
        <p:txBody>
          <a:bodyPr anchor="t"/>
          <a:lstStyle/>
          <a:p>
            <a:pPr marL="0" indent="0">
              <a:buNone/>
            </a:pPr>
            <a:endParaRPr lang="sv-SE" dirty="0">
              <a:solidFill>
                <a:schemeClr val="accent1"/>
              </a:solidFill>
            </a:endParaRPr>
          </a:p>
          <a:p>
            <a:pPr marL="0" indent="0">
              <a:buNone/>
            </a:pPr>
            <a:endParaRPr lang="sv-SE" dirty="0">
              <a:solidFill>
                <a:schemeClr val="accent1"/>
              </a:solidFill>
            </a:endParaRPr>
          </a:p>
          <a:p>
            <a:pPr marL="0" indent="0">
              <a:buNone/>
            </a:pPr>
            <a:r>
              <a:rPr lang="sv-SE" dirty="0">
                <a:solidFill>
                  <a:schemeClr val="accent1"/>
                </a:solidFill>
              </a:rPr>
              <a:t>Lifeline Medical Services</a:t>
            </a:r>
          </a:p>
          <a:p>
            <a:pPr marL="0" indent="0">
              <a:buNone/>
            </a:pPr>
            <a:r>
              <a:rPr lang="sv-SE" dirty="0">
                <a:solidFill>
                  <a:schemeClr val="accent1"/>
                </a:solidFill>
              </a:rPr>
              <a:t>(216) 555-9110</a:t>
            </a:r>
          </a:p>
          <a:p>
            <a:pPr marL="0" indent="0">
              <a:buNone/>
            </a:pPr>
            <a:r>
              <a:rPr lang="sv-SE" dirty="0">
                <a:solidFill>
                  <a:schemeClr val="accent1"/>
                </a:solidFill>
              </a:rPr>
              <a:t>info@lifeline.cengage.com</a:t>
            </a:r>
            <a:endParaRPr lang="en-US" dirty="0">
              <a:solidFill>
                <a:schemeClr val="accent1"/>
              </a:solidFill>
            </a:endParaRPr>
          </a:p>
        </p:txBody>
      </p:sp>
      <p:pic>
        <p:nvPicPr>
          <p:cNvPr id="4" name="Picture 3"/>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867752" y="2249424"/>
            <a:ext cx="6265984" cy="4187952"/>
          </a:xfrm>
          <a:prstGeom prst="rect">
            <a:avLst/>
          </a:prstGeom>
          <a:effectLst>
            <a:softEdge rad="63500"/>
          </a:effectLst>
        </p:spPr>
      </p:pic>
      <p:sp>
        <p:nvSpPr>
          <p:cNvPr id="20" name="Date Placeholder 19"/>
          <p:cNvSpPr>
            <a:spLocks noGrp="1"/>
          </p:cNvSpPr>
          <p:nvPr>
            <p:ph type="dt" sz="half" idx="10"/>
          </p:nvPr>
        </p:nvSpPr>
        <p:spPr/>
        <p:txBody>
          <a:bodyPr/>
          <a:lstStyle/>
          <a:p>
            <a:fld id="{87C5E4AA-B42B-43B4-9314-F26E32E97B8E}" type="datetime1">
              <a:rPr lang="en-US"/>
              <a:t>10/13/26</a:t>
            </a:fld>
            <a:endParaRPr lang="en-US" dirty="0"/>
          </a:p>
        </p:txBody>
      </p:sp>
      <p:sp>
        <p:nvSpPr>
          <p:cNvPr id="21" name="Footer Placeholder 20"/>
          <p:cNvSpPr>
            <a:spLocks noGrp="1"/>
          </p:cNvSpPr>
          <p:nvPr>
            <p:ph type="ftr" sz="quarter" idx="11"/>
          </p:nvPr>
        </p:nvSpPr>
        <p:spPr/>
        <p:txBody>
          <a:bodyPr/>
          <a:lstStyle/>
          <a:p>
            <a:r>
              <a:rPr lang="en-US" dirty="0"/>
              <a:t>Lifeline Medical</a:t>
            </a:r>
          </a:p>
        </p:txBody>
      </p:sp>
    </p:spTree>
    <p:extLst>
      <p:ext uri="{BB962C8B-B14F-4D97-AF65-F5344CB8AC3E}">
        <p14:creationId xmlns:p14="http://schemas.microsoft.com/office/powerpoint/2010/main" val="1891557064"/>
      </p:ext>
    </p:extLst>
  </p:cSld>
  <p:clrMapOvr>
    <a:masterClrMapping/>
  </p:clrMapOvr>
  <mc:AlternateContent xmlns:mc="http://schemas.openxmlformats.org/markup-compatibility/2006" xmlns:p14="http://schemas.microsoft.com/office/powerpoint/2010/main">
    <mc:Choice Requires="p14">
      <p:transition spd="slow" p14:dur="1750">
        <p14:ferris dir="r"/>
      </p:transition>
    </mc:Choice>
    <mc:Fallback xmlns="">
      <p:transition spd="slow">
        <p:fade/>
      </p:transition>
    </mc:Fallback>
  </mc:AlternateContent>
</p:sld>
</file>

<file path=ppt/theme/theme1.xml><?xml version="1.0" encoding="utf-8"?>
<a:theme xmlns:a="http://schemas.openxmlformats.org/drawingml/2006/main" name="Medical Design 16x9">
  <a:themeElements>
    <a:clrScheme name="MedicalHealth">
      <a:dk1>
        <a:sysClr val="windowText" lastClr="000000"/>
      </a:dk1>
      <a:lt1>
        <a:sysClr val="window" lastClr="FFFFFF"/>
      </a:lt1>
      <a:dk2>
        <a:srgbClr val="656367"/>
      </a:dk2>
      <a:lt2>
        <a:srgbClr val="F2F2F2"/>
      </a:lt2>
      <a:accent1>
        <a:srgbClr val="B82D2F"/>
      </a:accent1>
      <a:accent2>
        <a:srgbClr val="333333"/>
      </a:accent2>
      <a:accent3>
        <a:srgbClr val="2B4A63"/>
      </a:accent3>
      <a:accent4>
        <a:srgbClr val="445E45"/>
      </a:accent4>
      <a:accent5>
        <a:srgbClr val="5A3A64"/>
      </a:accent5>
      <a:accent6>
        <a:srgbClr val="DB8526"/>
      </a:accent6>
      <a:hlink>
        <a:srgbClr val="164E6E"/>
      </a:hlink>
      <a:folHlink>
        <a:srgbClr val="667F6D"/>
      </a:folHlink>
    </a:clrScheme>
    <a:fontScheme name="Franklin Gothic Medium">
      <a:majorFont>
        <a:latin typeface="Franklin Gothic Medium"/>
        <a:ea typeface=""/>
        <a:cs typeface=""/>
        <a:font script="Jpan" typeface="ＭＳ ゴシック"/>
        <a:font script="Hang" typeface="HY중고딕"/>
        <a:font script="Hans" typeface="幼圆"/>
        <a:font script="Hant" typeface="微軟正黑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Franklin Gothic Medium"/>
        <a:ea typeface=""/>
        <a:cs typeface=""/>
        <a:font script="Jpan" typeface="ＭＳ ゴシック"/>
        <a:font script="Hang" typeface="HY중고딕"/>
        <a:font script="Hans" typeface="幼圆"/>
        <a:font script="Hant" typeface="微軟正黑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TF00001141.potx" id="{D7485564-6666-4DDB-B0D3-55F6E694D6E5}" vid="{6E950D30-6FC6-4411-BCFF-468AD9ECA787}"/>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item1.xml><?xml version="1.0" encoding="utf-8"?>
<GradingEngineProps xmlns="http://tempuri.org/temp">
  <UserID>{7162215c-fcd6-42f0-b5f1-871fa38bed9e}</UserID>
  <AssignmentID>{7162215c-fcd6-42f0-b5f1-871fa38bed9e}</AssignmentID>
</GradingEngineProps>
</file>

<file path=customXml/itemProps1.xml><?xml version="1.0" encoding="utf-8"?>
<ds:datastoreItem xmlns:ds="http://schemas.openxmlformats.org/officeDocument/2006/customXml" ds:itemID="{6E44FD94-11CD-4ACA-9924-1D6DAF7B974B}">
  <ds:schemaRefs>
    <ds:schemaRef ds:uri="http://tempuri.org/temp"/>
  </ds:schemaRefs>
</ds:datastoreItem>
</file>

<file path=docProps/app.xml><?xml version="1.0" encoding="utf-8"?>
<Properties xmlns="http://schemas.openxmlformats.org/officeDocument/2006/extended-properties" xmlns:vt="http://schemas.openxmlformats.org/officeDocument/2006/docPropsVTypes">
  <TotalTime>4803</TotalTime>
  <Words>271</Words>
  <Application>Microsoft Macintosh PowerPoint</Application>
  <PresentationFormat>Widescreen</PresentationFormat>
  <Paragraphs>72</Paragraphs>
  <Slides>9</Slides>
  <Notes>1</Notes>
  <HiddenSlides>0</HiddenSlides>
  <MMClips>1</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9</vt:i4>
      </vt:variant>
    </vt:vector>
  </HeadingPairs>
  <TitlesOfParts>
    <vt:vector size="13" baseType="lpstr">
      <vt:lpstr>Arial</vt:lpstr>
      <vt:lpstr>Calibri</vt:lpstr>
      <vt:lpstr>Franklin Gothic Medium</vt:lpstr>
      <vt:lpstr>Medical Design 16x9</vt:lpstr>
      <vt:lpstr>Lifeline Medical Services</vt:lpstr>
      <vt:lpstr>All about Lifeline Medical Services</vt:lpstr>
      <vt:lpstr>Lifeline Medical Services Call Button</vt:lpstr>
      <vt:lpstr>Location</vt:lpstr>
      <vt:lpstr>Investment Needs</vt:lpstr>
      <vt:lpstr>Highest Level of Investment Need</vt:lpstr>
      <vt:lpstr>Service Usage Increase</vt:lpstr>
      <vt:lpstr>Investment Levels</vt:lpstr>
      <vt:lpstr>Interested in Partnering with Us?</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Your Name</dc:creator>
  <cp:keywords>© 2020 Cengage Learning.</cp:keywords>
  <cp:lastModifiedBy>Braeden Mccrea</cp:lastModifiedBy>
  <cp:revision>1</cp:revision>
  <dcterms:created xsi:type="dcterms:W3CDTF">2015-11-03T06:54:33Z</dcterms:created>
  <dcterms:modified xsi:type="dcterms:W3CDTF">2026-10-13T15:26:14Z</dcterms:modified>
</cp:coreProperties>
</file>